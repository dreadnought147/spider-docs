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4"/>
    <p:sldMasterId id="2147483684" r:id="rId5"/>
    <p:sldMasterId id="2147483696" r:id="rId6"/>
  </p:sldMasterIdLst>
  <p:notesMasterIdLst>
    <p:notesMasterId r:id="rId21"/>
  </p:notesMasterIdLst>
  <p:sldIdLst>
    <p:sldId id="365" r:id="rId7"/>
    <p:sldId id="368" r:id="rId8"/>
    <p:sldId id="373" r:id="rId9"/>
    <p:sldId id="378" r:id="rId10"/>
    <p:sldId id="381" r:id="rId11"/>
    <p:sldId id="382" r:id="rId12"/>
    <p:sldId id="384" r:id="rId13"/>
    <p:sldId id="385" r:id="rId14"/>
    <p:sldId id="387" r:id="rId15"/>
    <p:sldId id="379" r:id="rId16"/>
    <p:sldId id="367" r:id="rId17"/>
    <p:sldId id="383" r:id="rId18"/>
    <p:sldId id="388" r:id="rId19"/>
    <p:sldId id="386" r:id="rId2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tion 1" id="{2FC3E7CC-3864-AE4E-8ACB-76DD3EA36FF2}">
          <p14:sldIdLst/>
        </p14:section>
        <p14:section name="Option 2" id="{2D844376-48FE-8B40-B29C-5720A024F083}">
          <p14:sldIdLst/>
        </p14:section>
        <p14:section name="Version 3" id="{B2D88B4E-1954-E449-9E9B-AA844A8D918B}">
          <p14:sldIdLst>
            <p14:sldId id="365"/>
            <p14:sldId id="368"/>
            <p14:sldId id="373"/>
            <p14:sldId id="378"/>
            <p14:sldId id="381"/>
            <p14:sldId id="382"/>
            <p14:sldId id="384"/>
            <p14:sldId id="385"/>
            <p14:sldId id="387"/>
            <p14:sldId id="379"/>
            <p14:sldId id="367"/>
            <p14:sldId id="383"/>
            <p14:sldId id="388"/>
            <p14:sldId id="386"/>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3A13341-FFA9-7280-A962-69215783DC88}" name="Andrew Fehrsen" initials="" userId="S::andrew.fehrsen@entelect.co.za::ebc68735-c3c9-47dd-bf24-f344b8c2756f" providerId="AD"/>
  <p188:author id="{FD2BD250-47EA-C66C-D72B-DB377A4FF780}" name="Chantal van der Merwe" initials="" userId="S::chantal.vdmerwe@entelect.co.za::ba49481d-ebc7-4754-917a-a54fe1006d78" providerId="AD"/>
  <p188:author id="{EBFF87D7-1FB8-AC73-6F6C-B63760936F37}" name="Megan Steyn" initials="" userId="S::megan.steyn@entelect.co.za::6abf5ee6-0a2f-47b5-bd56-f007884e2187"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A1BF24"/>
    <a:srgbClr val="018E9A"/>
    <a:srgbClr val="1983C2"/>
    <a:srgbClr val="12191B"/>
    <a:srgbClr val="0D1125"/>
    <a:srgbClr val="13192D"/>
    <a:srgbClr val="011023"/>
    <a:srgbClr val="011014"/>
    <a:srgbClr val="0E0E16"/>
    <a:srgbClr val="1219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89A25A-120A-D902-770F-CC53207458F2}" v="1064" dt="2026-04-08T06:41:10.521"/>
    <p1510:client id="{6271B1D5-6DDD-C05D-3716-1316D284DB0C}" v="559" dt="2026-04-07T22:38:02.757"/>
    <p1510:client id="{7BAF994B-1688-1C9B-3462-F24FA912DFC7}" v="1651" dt="2026-04-07T23:26:51.003"/>
    <p1510:client id="{9CD66A89-5CCE-7560-A451-1B628FBC184C}" v="154" dt="2026-04-08T06:45:50.244"/>
    <p1510:client id="{B188C069-CD8F-44FE-A395-13177E92B7C6}" v="680" dt="2026-04-08T05:52:01.482"/>
    <p1510:client id="{B785778E-C7A5-4644-85F8-113ADE200CAB}" v="3" dt="2026-04-08T01:14:06.214"/>
    <p1510:client id="{E1555E19-22DE-8306-F3AB-28F85F7C5244}" v="527" dt="2026-04-07T15:33:09.687"/>
    <p1510:client id="{EB7F9B55-DE61-DE0B-279E-91231460ADC4}" v="36" dt="2026-04-07T23:01:45.0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slide" Target="slides/slide12.xml"/><Relationship Id="rId26" Type="http://schemas.microsoft.com/office/2015/10/relationships/revisionInfo" Target="revisionInfo.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viewProps" Target="viewProps.xml"/><Relationship Id="rId10" Type="http://schemas.openxmlformats.org/officeDocument/2006/relationships/slide" Target="slides/slide4.xml"/><Relationship Id="rId19" Type="http://schemas.openxmlformats.org/officeDocument/2006/relationships/slide" Target="slides/slide13.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presProps" Target="presProps.xml"/><Relationship Id="rId27" Type="http://schemas.microsoft.com/office/2018/10/relationships/authors" Target="author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2576DF-D7AE-4137-9753-A4E69018D1CE}"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643280AE-CF0C-47F9-B236-7F1070617519}">
      <dgm:prSet phldrT="[Text]" phldr="0"/>
      <dgm:spPr/>
      <dgm:t>
        <a:bodyPr/>
        <a:lstStyle/>
        <a:p>
          <a:pPr rtl="0"/>
          <a:r>
            <a:rPr lang="en-GB" sz="2800">
              <a:latin typeface="DM Sans ExtraLight"/>
            </a:rPr>
            <a:t>Specialised platform for comic book enthusiasts </a:t>
          </a:r>
          <a:endParaRPr lang="en-US"/>
        </a:p>
      </dgm:t>
    </dgm:pt>
    <dgm:pt modelId="{60008137-8861-403C-9C37-C37F158F9E38}" type="parTrans" cxnId="{2C4F5FBD-71A2-40C8-94D2-5AC9103B811D}">
      <dgm:prSet/>
      <dgm:spPr/>
      <dgm:t>
        <a:bodyPr/>
        <a:lstStyle/>
        <a:p>
          <a:endParaRPr lang="en-US"/>
        </a:p>
      </dgm:t>
    </dgm:pt>
    <dgm:pt modelId="{BFB35F5B-EB87-4AB5-9BFD-B69C3ADF48CF}" type="sibTrans" cxnId="{2C4F5FBD-71A2-40C8-94D2-5AC9103B811D}">
      <dgm:prSet/>
      <dgm:spPr/>
      <dgm:t>
        <a:bodyPr/>
        <a:lstStyle/>
        <a:p>
          <a:endParaRPr lang="en-US"/>
        </a:p>
      </dgm:t>
    </dgm:pt>
    <dgm:pt modelId="{0DDCFFF7-5DD5-43BB-B1AE-4CCAE1B13A24}">
      <dgm:prSet phldrT="[Text]" phldr="0"/>
      <dgm:spPr/>
      <dgm:t>
        <a:bodyPr/>
        <a:lstStyle/>
        <a:p>
          <a:pPr rtl="0"/>
          <a:r>
            <a:rPr lang="en-GB" sz="2800">
              <a:latin typeface="DM Sans ExtraLight"/>
            </a:rPr>
            <a:t>Designed to scale long-term</a:t>
          </a:r>
          <a:endParaRPr lang="en-US"/>
        </a:p>
      </dgm:t>
    </dgm:pt>
    <dgm:pt modelId="{AB06423B-F389-418D-A451-0CFAD98CB16D}" type="parTrans" cxnId="{2AD71968-BB24-4062-9AEF-7353A6F8A5AC}">
      <dgm:prSet/>
      <dgm:spPr/>
      <dgm:t>
        <a:bodyPr/>
        <a:lstStyle/>
        <a:p>
          <a:endParaRPr lang="en-US"/>
        </a:p>
      </dgm:t>
    </dgm:pt>
    <dgm:pt modelId="{1BFB3165-4CA9-43F3-8F30-6BE2624EC730}" type="sibTrans" cxnId="{2AD71968-BB24-4062-9AEF-7353A6F8A5AC}">
      <dgm:prSet/>
      <dgm:spPr/>
      <dgm:t>
        <a:bodyPr/>
        <a:lstStyle/>
        <a:p>
          <a:endParaRPr lang="en-US"/>
        </a:p>
      </dgm:t>
    </dgm:pt>
    <dgm:pt modelId="{27F62125-D41C-498C-8FDF-D5BED87E5EDB}">
      <dgm:prSet phldrT="[Text]" phldr="0"/>
      <dgm:spPr/>
      <dgm:t>
        <a:bodyPr/>
        <a:lstStyle/>
        <a:p>
          <a:pPr rtl="0"/>
          <a:r>
            <a:rPr lang="en-GB" sz="2800">
              <a:latin typeface="DM Sans ExtraLight"/>
            </a:rPr>
            <a:t>Simple intuitive user experience</a:t>
          </a:r>
          <a:endParaRPr lang="en-US" sz="1800">
            <a:latin typeface="Aptos Display" panose="02110004020202020204"/>
          </a:endParaRPr>
        </a:p>
      </dgm:t>
    </dgm:pt>
    <dgm:pt modelId="{26E19DD5-2DA1-4950-A5E9-23474913D30F}" type="parTrans" cxnId="{E6B4EF9C-DED2-4681-A2D0-4806EDAE9E17}">
      <dgm:prSet/>
      <dgm:spPr/>
      <dgm:t>
        <a:bodyPr/>
        <a:lstStyle/>
        <a:p>
          <a:endParaRPr lang="en-US"/>
        </a:p>
      </dgm:t>
    </dgm:pt>
    <dgm:pt modelId="{1995D068-E3BC-49F7-9511-129737D885BD}" type="sibTrans" cxnId="{E6B4EF9C-DED2-4681-A2D0-4806EDAE9E17}">
      <dgm:prSet/>
      <dgm:spPr/>
      <dgm:t>
        <a:bodyPr/>
        <a:lstStyle/>
        <a:p>
          <a:endParaRPr lang="en-US"/>
        </a:p>
      </dgm:t>
    </dgm:pt>
    <dgm:pt modelId="{F4E73B88-A4AE-4AF5-AEFC-7609B9C45DFA}">
      <dgm:prSet phldr="0"/>
      <dgm:spPr/>
      <dgm:t>
        <a:bodyPr/>
        <a:lstStyle/>
        <a:p>
          <a:pPr rtl="0"/>
          <a:r>
            <a:rPr lang="en-GB" sz="2800">
              <a:latin typeface="DM Sans ExtraLight"/>
            </a:rPr>
            <a:t>Fast and reliable purchasing  </a:t>
          </a:r>
          <a:endParaRPr lang="en-US"/>
        </a:p>
      </dgm:t>
    </dgm:pt>
    <dgm:pt modelId="{20DC167C-297C-4897-BA2F-320CE9BF12B3}" type="parTrans" cxnId="{DBD0C56C-12FF-490A-B858-8F0E9C62D0F5}">
      <dgm:prSet/>
      <dgm:spPr/>
    </dgm:pt>
    <dgm:pt modelId="{3DDA7C19-A442-421C-B543-CA39FE91E2D7}" type="sibTrans" cxnId="{DBD0C56C-12FF-490A-B858-8F0E9C62D0F5}">
      <dgm:prSet/>
      <dgm:spPr/>
    </dgm:pt>
    <dgm:pt modelId="{DFDD94F7-FAE6-4EA2-8CF3-0DEB5AFCBC79}" type="pres">
      <dgm:prSet presAssocID="{842576DF-D7AE-4137-9753-A4E69018D1CE}" presName="linear" presStyleCnt="0">
        <dgm:presLayoutVars>
          <dgm:dir/>
          <dgm:animLvl val="lvl"/>
          <dgm:resizeHandles val="exact"/>
        </dgm:presLayoutVars>
      </dgm:prSet>
      <dgm:spPr/>
    </dgm:pt>
    <dgm:pt modelId="{C4CB89E3-428B-4B26-99E6-7E4215920AE9}" type="pres">
      <dgm:prSet presAssocID="{643280AE-CF0C-47F9-B236-7F1070617519}" presName="parentLin" presStyleCnt="0"/>
      <dgm:spPr/>
    </dgm:pt>
    <dgm:pt modelId="{47D69DB9-6925-4E3E-AB54-F646B04DA083}" type="pres">
      <dgm:prSet presAssocID="{643280AE-CF0C-47F9-B236-7F1070617519}" presName="parentLeftMargin" presStyleLbl="node1" presStyleIdx="0" presStyleCnt="4"/>
      <dgm:spPr/>
    </dgm:pt>
    <dgm:pt modelId="{EE9B66EA-C142-4876-BB81-950A5737CF2C}" type="pres">
      <dgm:prSet presAssocID="{643280AE-CF0C-47F9-B236-7F1070617519}" presName="parentText" presStyleLbl="node1" presStyleIdx="0" presStyleCnt="4">
        <dgm:presLayoutVars>
          <dgm:chMax val="0"/>
          <dgm:bulletEnabled val="1"/>
        </dgm:presLayoutVars>
      </dgm:prSet>
      <dgm:spPr/>
    </dgm:pt>
    <dgm:pt modelId="{D741DBF0-D7A4-4C0B-9358-AA0EC32D433F}" type="pres">
      <dgm:prSet presAssocID="{643280AE-CF0C-47F9-B236-7F1070617519}" presName="negativeSpace" presStyleCnt="0"/>
      <dgm:spPr/>
    </dgm:pt>
    <dgm:pt modelId="{B6A3015D-1AD4-421D-99E4-0413AEE970EF}" type="pres">
      <dgm:prSet presAssocID="{643280AE-CF0C-47F9-B236-7F1070617519}" presName="childText" presStyleLbl="conFgAcc1" presStyleIdx="0" presStyleCnt="4">
        <dgm:presLayoutVars>
          <dgm:bulletEnabled val="1"/>
        </dgm:presLayoutVars>
      </dgm:prSet>
      <dgm:spPr/>
    </dgm:pt>
    <dgm:pt modelId="{F20F50C9-75F4-4C65-BD2D-60BB3F25C0E6}" type="pres">
      <dgm:prSet presAssocID="{BFB35F5B-EB87-4AB5-9BFD-B69C3ADF48CF}" presName="spaceBetweenRectangles" presStyleCnt="0"/>
      <dgm:spPr/>
    </dgm:pt>
    <dgm:pt modelId="{E375866A-0CFD-429F-BB7D-73B942C82B53}" type="pres">
      <dgm:prSet presAssocID="{0DDCFFF7-5DD5-43BB-B1AE-4CCAE1B13A24}" presName="parentLin" presStyleCnt="0"/>
      <dgm:spPr/>
    </dgm:pt>
    <dgm:pt modelId="{3E7C4D05-C442-4B06-A3CA-77339AF403D6}" type="pres">
      <dgm:prSet presAssocID="{0DDCFFF7-5DD5-43BB-B1AE-4CCAE1B13A24}" presName="parentLeftMargin" presStyleLbl="node1" presStyleIdx="0" presStyleCnt="4"/>
      <dgm:spPr/>
    </dgm:pt>
    <dgm:pt modelId="{3220126E-421C-4028-8282-80138B2CC751}" type="pres">
      <dgm:prSet presAssocID="{0DDCFFF7-5DD5-43BB-B1AE-4CCAE1B13A24}" presName="parentText" presStyleLbl="node1" presStyleIdx="1" presStyleCnt="4">
        <dgm:presLayoutVars>
          <dgm:chMax val="0"/>
          <dgm:bulletEnabled val="1"/>
        </dgm:presLayoutVars>
      </dgm:prSet>
      <dgm:spPr/>
    </dgm:pt>
    <dgm:pt modelId="{A918A56A-2C81-44F2-AE98-13232571C78A}" type="pres">
      <dgm:prSet presAssocID="{0DDCFFF7-5DD5-43BB-B1AE-4CCAE1B13A24}" presName="negativeSpace" presStyleCnt="0"/>
      <dgm:spPr/>
    </dgm:pt>
    <dgm:pt modelId="{6606B9F5-9FA0-4E1B-AAD2-AD9DC1A2ACD4}" type="pres">
      <dgm:prSet presAssocID="{0DDCFFF7-5DD5-43BB-B1AE-4CCAE1B13A24}" presName="childText" presStyleLbl="conFgAcc1" presStyleIdx="1" presStyleCnt="4">
        <dgm:presLayoutVars>
          <dgm:bulletEnabled val="1"/>
        </dgm:presLayoutVars>
      </dgm:prSet>
      <dgm:spPr/>
    </dgm:pt>
    <dgm:pt modelId="{AE89D16C-BAE2-4D98-B967-C2C3839C470F}" type="pres">
      <dgm:prSet presAssocID="{1BFB3165-4CA9-43F3-8F30-6BE2624EC730}" presName="spaceBetweenRectangles" presStyleCnt="0"/>
      <dgm:spPr/>
    </dgm:pt>
    <dgm:pt modelId="{8BE896E4-F377-4389-9C71-31934CA4546A}" type="pres">
      <dgm:prSet presAssocID="{27F62125-D41C-498C-8FDF-D5BED87E5EDB}" presName="parentLin" presStyleCnt="0"/>
      <dgm:spPr/>
    </dgm:pt>
    <dgm:pt modelId="{404B853F-7BC2-429E-9DAD-D78D94EDCD4E}" type="pres">
      <dgm:prSet presAssocID="{27F62125-D41C-498C-8FDF-D5BED87E5EDB}" presName="parentLeftMargin" presStyleLbl="node1" presStyleIdx="1" presStyleCnt="4"/>
      <dgm:spPr/>
    </dgm:pt>
    <dgm:pt modelId="{A15BA8CF-61FF-49D7-9A86-1AD154D8A862}" type="pres">
      <dgm:prSet presAssocID="{27F62125-D41C-498C-8FDF-D5BED87E5EDB}" presName="parentText" presStyleLbl="node1" presStyleIdx="2" presStyleCnt="4">
        <dgm:presLayoutVars>
          <dgm:chMax val="0"/>
          <dgm:bulletEnabled val="1"/>
        </dgm:presLayoutVars>
      </dgm:prSet>
      <dgm:spPr/>
    </dgm:pt>
    <dgm:pt modelId="{05387010-069A-4B6B-B725-88BACB475A37}" type="pres">
      <dgm:prSet presAssocID="{27F62125-D41C-498C-8FDF-D5BED87E5EDB}" presName="negativeSpace" presStyleCnt="0"/>
      <dgm:spPr/>
    </dgm:pt>
    <dgm:pt modelId="{98ED4624-6ED9-4C49-8A6C-360AABEE93E2}" type="pres">
      <dgm:prSet presAssocID="{27F62125-D41C-498C-8FDF-D5BED87E5EDB}" presName="childText" presStyleLbl="conFgAcc1" presStyleIdx="2" presStyleCnt="4">
        <dgm:presLayoutVars>
          <dgm:bulletEnabled val="1"/>
        </dgm:presLayoutVars>
      </dgm:prSet>
      <dgm:spPr/>
    </dgm:pt>
    <dgm:pt modelId="{790A8525-B4E5-4968-8C4C-6C18125F7A66}" type="pres">
      <dgm:prSet presAssocID="{1995D068-E3BC-49F7-9511-129737D885BD}" presName="spaceBetweenRectangles" presStyleCnt="0"/>
      <dgm:spPr/>
    </dgm:pt>
    <dgm:pt modelId="{40EACD3D-65A4-4F84-8203-813B467F8656}" type="pres">
      <dgm:prSet presAssocID="{F4E73B88-A4AE-4AF5-AEFC-7609B9C45DFA}" presName="parentLin" presStyleCnt="0"/>
      <dgm:spPr/>
    </dgm:pt>
    <dgm:pt modelId="{1EF6CE54-9402-4DA0-A31D-B855F1C29B60}" type="pres">
      <dgm:prSet presAssocID="{F4E73B88-A4AE-4AF5-AEFC-7609B9C45DFA}" presName="parentLeftMargin" presStyleLbl="node1" presStyleIdx="2" presStyleCnt="4"/>
      <dgm:spPr/>
    </dgm:pt>
    <dgm:pt modelId="{3B33BA82-CB53-4776-A77B-9787D075450E}" type="pres">
      <dgm:prSet presAssocID="{F4E73B88-A4AE-4AF5-AEFC-7609B9C45DFA}" presName="parentText" presStyleLbl="node1" presStyleIdx="3" presStyleCnt="4">
        <dgm:presLayoutVars>
          <dgm:chMax val="0"/>
          <dgm:bulletEnabled val="1"/>
        </dgm:presLayoutVars>
      </dgm:prSet>
      <dgm:spPr/>
    </dgm:pt>
    <dgm:pt modelId="{F40FBD39-A5F4-4A4B-9FD0-1248C2398ED4}" type="pres">
      <dgm:prSet presAssocID="{F4E73B88-A4AE-4AF5-AEFC-7609B9C45DFA}" presName="negativeSpace" presStyleCnt="0"/>
      <dgm:spPr/>
    </dgm:pt>
    <dgm:pt modelId="{CB969EC0-1381-4A93-87E5-79929B659DDB}" type="pres">
      <dgm:prSet presAssocID="{F4E73B88-A4AE-4AF5-AEFC-7609B9C45DFA}" presName="childText" presStyleLbl="conFgAcc1" presStyleIdx="3" presStyleCnt="4">
        <dgm:presLayoutVars>
          <dgm:bulletEnabled val="1"/>
        </dgm:presLayoutVars>
      </dgm:prSet>
      <dgm:spPr/>
    </dgm:pt>
  </dgm:ptLst>
  <dgm:cxnLst>
    <dgm:cxn modelId="{EA0B852A-2252-4B28-A262-AC4DA00FE951}" type="presOf" srcId="{27F62125-D41C-498C-8FDF-D5BED87E5EDB}" destId="{A15BA8CF-61FF-49D7-9A86-1AD154D8A862}" srcOrd="1" destOrd="0" presId="urn:microsoft.com/office/officeart/2005/8/layout/list1"/>
    <dgm:cxn modelId="{DD96D33B-B648-47F2-B4FC-79EC7380718B}" type="presOf" srcId="{643280AE-CF0C-47F9-B236-7F1070617519}" destId="{47D69DB9-6925-4E3E-AB54-F646B04DA083}" srcOrd="0" destOrd="0" presId="urn:microsoft.com/office/officeart/2005/8/layout/list1"/>
    <dgm:cxn modelId="{56CB7840-8227-4E84-8C09-2D83CA3749EF}" type="presOf" srcId="{F4E73B88-A4AE-4AF5-AEFC-7609B9C45DFA}" destId="{1EF6CE54-9402-4DA0-A31D-B855F1C29B60}" srcOrd="0" destOrd="0" presId="urn:microsoft.com/office/officeart/2005/8/layout/list1"/>
    <dgm:cxn modelId="{2AD71968-BB24-4062-9AEF-7353A6F8A5AC}" srcId="{842576DF-D7AE-4137-9753-A4E69018D1CE}" destId="{0DDCFFF7-5DD5-43BB-B1AE-4CCAE1B13A24}" srcOrd="1" destOrd="0" parTransId="{AB06423B-F389-418D-A451-0CFAD98CB16D}" sibTransId="{1BFB3165-4CA9-43F3-8F30-6BE2624EC730}"/>
    <dgm:cxn modelId="{8C5AB26B-BDD0-4500-94F4-DAC1C60C6E02}" type="presOf" srcId="{643280AE-CF0C-47F9-B236-7F1070617519}" destId="{EE9B66EA-C142-4876-BB81-950A5737CF2C}" srcOrd="1" destOrd="0" presId="urn:microsoft.com/office/officeart/2005/8/layout/list1"/>
    <dgm:cxn modelId="{DBD0C56C-12FF-490A-B858-8F0E9C62D0F5}" srcId="{842576DF-D7AE-4137-9753-A4E69018D1CE}" destId="{F4E73B88-A4AE-4AF5-AEFC-7609B9C45DFA}" srcOrd="3" destOrd="0" parTransId="{20DC167C-297C-4897-BA2F-320CE9BF12B3}" sibTransId="{3DDA7C19-A442-421C-B543-CA39FE91E2D7}"/>
    <dgm:cxn modelId="{AE42306F-24F3-4828-B0D7-C6A1E51BCE24}" type="presOf" srcId="{0DDCFFF7-5DD5-43BB-B1AE-4CCAE1B13A24}" destId="{3220126E-421C-4028-8282-80138B2CC751}" srcOrd="1" destOrd="0" presId="urn:microsoft.com/office/officeart/2005/8/layout/list1"/>
    <dgm:cxn modelId="{E065714F-E814-4391-BB23-6256B3E31890}" type="presOf" srcId="{27F62125-D41C-498C-8FDF-D5BED87E5EDB}" destId="{404B853F-7BC2-429E-9DAD-D78D94EDCD4E}" srcOrd="0" destOrd="0" presId="urn:microsoft.com/office/officeart/2005/8/layout/list1"/>
    <dgm:cxn modelId="{93B3E94F-1335-48EB-8893-4FA63AA251DC}" type="presOf" srcId="{F4E73B88-A4AE-4AF5-AEFC-7609B9C45DFA}" destId="{3B33BA82-CB53-4776-A77B-9787D075450E}" srcOrd="1" destOrd="0" presId="urn:microsoft.com/office/officeart/2005/8/layout/list1"/>
    <dgm:cxn modelId="{7183D497-EB93-4952-9266-B3B229DBF00B}" type="presOf" srcId="{0DDCFFF7-5DD5-43BB-B1AE-4CCAE1B13A24}" destId="{3E7C4D05-C442-4B06-A3CA-77339AF403D6}" srcOrd="0" destOrd="0" presId="urn:microsoft.com/office/officeart/2005/8/layout/list1"/>
    <dgm:cxn modelId="{E6B4EF9C-DED2-4681-A2D0-4806EDAE9E17}" srcId="{842576DF-D7AE-4137-9753-A4E69018D1CE}" destId="{27F62125-D41C-498C-8FDF-D5BED87E5EDB}" srcOrd="2" destOrd="0" parTransId="{26E19DD5-2DA1-4950-A5E9-23474913D30F}" sibTransId="{1995D068-E3BC-49F7-9511-129737D885BD}"/>
    <dgm:cxn modelId="{2C4F5FBD-71A2-40C8-94D2-5AC9103B811D}" srcId="{842576DF-D7AE-4137-9753-A4E69018D1CE}" destId="{643280AE-CF0C-47F9-B236-7F1070617519}" srcOrd="0" destOrd="0" parTransId="{60008137-8861-403C-9C37-C37F158F9E38}" sibTransId="{BFB35F5B-EB87-4AB5-9BFD-B69C3ADF48CF}"/>
    <dgm:cxn modelId="{F451E8F9-E984-47EC-9ADE-B49434FF00A8}" type="presOf" srcId="{842576DF-D7AE-4137-9753-A4E69018D1CE}" destId="{DFDD94F7-FAE6-4EA2-8CF3-0DEB5AFCBC79}" srcOrd="0" destOrd="0" presId="urn:microsoft.com/office/officeart/2005/8/layout/list1"/>
    <dgm:cxn modelId="{C7E4EAB0-18D8-48EC-95BA-B342D0246D2E}" type="presParOf" srcId="{DFDD94F7-FAE6-4EA2-8CF3-0DEB5AFCBC79}" destId="{C4CB89E3-428B-4B26-99E6-7E4215920AE9}" srcOrd="0" destOrd="0" presId="urn:microsoft.com/office/officeart/2005/8/layout/list1"/>
    <dgm:cxn modelId="{B5756FE8-3A89-4A90-9278-3ED7291291E8}" type="presParOf" srcId="{C4CB89E3-428B-4B26-99E6-7E4215920AE9}" destId="{47D69DB9-6925-4E3E-AB54-F646B04DA083}" srcOrd="0" destOrd="0" presId="urn:microsoft.com/office/officeart/2005/8/layout/list1"/>
    <dgm:cxn modelId="{98123C2B-57B8-4249-8DA1-43B81D128093}" type="presParOf" srcId="{C4CB89E3-428B-4B26-99E6-7E4215920AE9}" destId="{EE9B66EA-C142-4876-BB81-950A5737CF2C}" srcOrd="1" destOrd="0" presId="urn:microsoft.com/office/officeart/2005/8/layout/list1"/>
    <dgm:cxn modelId="{1DED6CBC-BCFF-42DD-AD8B-355F2EDAD3D5}" type="presParOf" srcId="{DFDD94F7-FAE6-4EA2-8CF3-0DEB5AFCBC79}" destId="{D741DBF0-D7A4-4C0B-9358-AA0EC32D433F}" srcOrd="1" destOrd="0" presId="urn:microsoft.com/office/officeart/2005/8/layout/list1"/>
    <dgm:cxn modelId="{3C5AB888-2702-4967-BF6B-2F2B2DE29A23}" type="presParOf" srcId="{DFDD94F7-FAE6-4EA2-8CF3-0DEB5AFCBC79}" destId="{B6A3015D-1AD4-421D-99E4-0413AEE970EF}" srcOrd="2" destOrd="0" presId="urn:microsoft.com/office/officeart/2005/8/layout/list1"/>
    <dgm:cxn modelId="{92632359-BE33-4668-88E7-CDAA172D8289}" type="presParOf" srcId="{DFDD94F7-FAE6-4EA2-8CF3-0DEB5AFCBC79}" destId="{F20F50C9-75F4-4C65-BD2D-60BB3F25C0E6}" srcOrd="3" destOrd="0" presId="urn:microsoft.com/office/officeart/2005/8/layout/list1"/>
    <dgm:cxn modelId="{5AE1E540-5344-438F-A372-BB4F4D6BC8C0}" type="presParOf" srcId="{DFDD94F7-FAE6-4EA2-8CF3-0DEB5AFCBC79}" destId="{E375866A-0CFD-429F-BB7D-73B942C82B53}" srcOrd="4" destOrd="0" presId="urn:microsoft.com/office/officeart/2005/8/layout/list1"/>
    <dgm:cxn modelId="{64BBFE9C-A663-4814-8174-C1B77EFD2369}" type="presParOf" srcId="{E375866A-0CFD-429F-BB7D-73B942C82B53}" destId="{3E7C4D05-C442-4B06-A3CA-77339AF403D6}" srcOrd="0" destOrd="0" presId="urn:microsoft.com/office/officeart/2005/8/layout/list1"/>
    <dgm:cxn modelId="{6CE7D575-BF1A-4925-8316-B82ABED4BA6F}" type="presParOf" srcId="{E375866A-0CFD-429F-BB7D-73B942C82B53}" destId="{3220126E-421C-4028-8282-80138B2CC751}" srcOrd="1" destOrd="0" presId="urn:microsoft.com/office/officeart/2005/8/layout/list1"/>
    <dgm:cxn modelId="{87F2960C-BBE8-457B-96C4-3D9E68C168F8}" type="presParOf" srcId="{DFDD94F7-FAE6-4EA2-8CF3-0DEB5AFCBC79}" destId="{A918A56A-2C81-44F2-AE98-13232571C78A}" srcOrd="5" destOrd="0" presId="urn:microsoft.com/office/officeart/2005/8/layout/list1"/>
    <dgm:cxn modelId="{93855857-8691-4A04-9665-AAF0C05EA7D8}" type="presParOf" srcId="{DFDD94F7-FAE6-4EA2-8CF3-0DEB5AFCBC79}" destId="{6606B9F5-9FA0-4E1B-AAD2-AD9DC1A2ACD4}" srcOrd="6" destOrd="0" presId="urn:microsoft.com/office/officeart/2005/8/layout/list1"/>
    <dgm:cxn modelId="{156051F0-ABEA-492E-834C-D477F9AFF761}" type="presParOf" srcId="{DFDD94F7-FAE6-4EA2-8CF3-0DEB5AFCBC79}" destId="{AE89D16C-BAE2-4D98-B967-C2C3839C470F}" srcOrd="7" destOrd="0" presId="urn:microsoft.com/office/officeart/2005/8/layout/list1"/>
    <dgm:cxn modelId="{C9B136D3-B29D-4E17-B139-31FCEAF7CCE2}" type="presParOf" srcId="{DFDD94F7-FAE6-4EA2-8CF3-0DEB5AFCBC79}" destId="{8BE896E4-F377-4389-9C71-31934CA4546A}" srcOrd="8" destOrd="0" presId="urn:microsoft.com/office/officeart/2005/8/layout/list1"/>
    <dgm:cxn modelId="{DEB9C4CD-137C-4B96-8D0B-E85D1671935E}" type="presParOf" srcId="{8BE896E4-F377-4389-9C71-31934CA4546A}" destId="{404B853F-7BC2-429E-9DAD-D78D94EDCD4E}" srcOrd="0" destOrd="0" presId="urn:microsoft.com/office/officeart/2005/8/layout/list1"/>
    <dgm:cxn modelId="{2F621B1C-FFC7-4A7B-BDB4-69A818AF69E7}" type="presParOf" srcId="{8BE896E4-F377-4389-9C71-31934CA4546A}" destId="{A15BA8CF-61FF-49D7-9A86-1AD154D8A862}" srcOrd="1" destOrd="0" presId="urn:microsoft.com/office/officeart/2005/8/layout/list1"/>
    <dgm:cxn modelId="{1EBFC572-53F2-4204-BBA0-8697B88164D5}" type="presParOf" srcId="{DFDD94F7-FAE6-4EA2-8CF3-0DEB5AFCBC79}" destId="{05387010-069A-4B6B-B725-88BACB475A37}" srcOrd="9" destOrd="0" presId="urn:microsoft.com/office/officeart/2005/8/layout/list1"/>
    <dgm:cxn modelId="{32D109A6-43B8-4FAC-B428-843A7E8F74D4}" type="presParOf" srcId="{DFDD94F7-FAE6-4EA2-8CF3-0DEB5AFCBC79}" destId="{98ED4624-6ED9-4C49-8A6C-360AABEE93E2}" srcOrd="10" destOrd="0" presId="urn:microsoft.com/office/officeart/2005/8/layout/list1"/>
    <dgm:cxn modelId="{D9599EBC-4EB4-4F3C-A4E3-784F448E5D65}" type="presParOf" srcId="{DFDD94F7-FAE6-4EA2-8CF3-0DEB5AFCBC79}" destId="{790A8525-B4E5-4968-8C4C-6C18125F7A66}" srcOrd="11" destOrd="0" presId="urn:microsoft.com/office/officeart/2005/8/layout/list1"/>
    <dgm:cxn modelId="{CD47DB67-CA9E-4166-82EB-F6B668CE0964}" type="presParOf" srcId="{DFDD94F7-FAE6-4EA2-8CF3-0DEB5AFCBC79}" destId="{40EACD3D-65A4-4F84-8203-813B467F8656}" srcOrd="12" destOrd="0" presId="urn:microsoft.com/office/officeart/2005/8/layout/list1"/>
    <dgm:cxn modelId="{B88FEF0E-B575-45F7-80F6-9D88DB27F0AD}" type="presParOf" srcId="{40EACD3D-65A4-4F84-8203-813B467F8656}" destId="{1EF6CE54-9402-4DA0-A31D-B855F1C29B60}" srcOrd="0" destOrd="0" presId="urn:microsoft.com/office/officeart/2005/8/layout/list1"/>
    <dgm:cxn modelId="{E2D16C59-373E-48A4-9462-2E4BA7752335}" type="presParOf" srcId="{40EACD3D-65A4-4F84-8203-813B467F8656}" destId="{3B33BA82-CB53-4776-A77B-9787D075450E}" srcOrd="1" destOrd="0" presId="urn:microsoft.com/office/officeart/2005/8/layout/list1"/>
    <dgm:cxn modelId="{47C768CA-6F8A-461C-9F6B-691E0E75D9BD}" type="presParOf" srcId="{DFDD94F7-FAE6-4EA2-8CF3-0DEB5AFCBC79}" destId="{F40FBD39-A5F4-4A4B-9FD0-1248C2398ED4}" srcOrd="13" destOrd="0" presId="urn:microsoft.com/office/officeart/2005/8/layout/list1"/>
    <dgm:cxn modelId="{656B4AFB-5782-47AB-8281-00D37B169E71}" type="presParOf" srcId="{DFDD94F7-FAE6-4EA2-8CF3-0DEB5AFCBC79}" destId="{CB969EC0-1381-4A93-87E5-79929B659DDB}" srcOrd="14"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A1511ED-90E9-45D5-8DB9-88B14209D1F4}" type="doc">
      <dgm:prSet loTypeId="urn:microsoft.com/office/officeart/2005/8/layout/list1" loCatId="list" qsTypeId="urn:microsoft.com/office/officeart/2005/8/quickstyle/simple1" qsCatId="simple" csTypeId="urn:microsoft.com/office/officeart/2005/8/colors/accent1_2" csCatId="accent1" phldr="1"/>
      <dgm:spPr/>
    </dgm:pt>
    <dgm:pt modelId="{A5F97C42-0BB7-4CB3-8099-3926387A8364}">
      <dgm:prSet phldrT="[Text]" phldr="0"/>
      <dgm:spPr/>
      <dgm:t>
        <a:bodyPr/>
        <a:lstStyle/>
        <a:p>
          <a:pPr rtl="0"/>
          <a:r>
            <a:rPr lang="en-US" sz="4400">
              <a:latin typeface="DM Sans ExtraLight"/>
            </a:rPr>
            <a:t>Personalized recommendations </a:t>
          </a:r>
          <a:endParaRPr lang="en-US"/>
        </a:p>
      </dgm:t>
    </dgm:pt>
    <dgm:pt modelId="{16AAF4BD-555E-45C4-B3C9-A7D3A1E64AAE}" type="parTrans" cxnId="{949A4F1A-A502-4BCE-B7D7-2F592CE8FC83}">
      <dgm:prSet/>
      <dgm:spPr/>
    </dgm:pt>
    <dgm:pt modelId="{64F4261B-4BB8-42A8-A485-E6D859386BD2}" type="sibTrans" cxnId="{949A4F1A-A502-4BCE-B7D7-2F592CE8FC83}">
      <dgm:prSet/>
      <dgm:spPr/>
    </dgm:pt>
    <dgm:pt modelId="{1532D1C2-C8F7-49EC-BBC2-0F2C60897E2B}">
      <dgm:prSet phldrT="[Text]" phldr="0"/>
      <dgm:spPr/>
      <dgm:t>
        <a:bodyPr/>
        <a:lstStyle/>
        <a:p>
          <a:pPr rtl="0"/>
          <a:r>
            <a:rPr lang="en-US" sz="4400">
              <a:latin typeface="DM Sans ExtraLight"/>
            </a:rPr>
            <a:t>Community driven features.</a:t>
          </a:r>
          <a:endParaRPr lang="en-US"/>
        </a:p>
      </dgm:t>
    </dgm:pt>
    <dgm:pt modelId="{4F51F72C-B293-4439-9AF8-2E57B50B9A5F}" type="parTrans" cxnId="{58184394-3761-46CD-AC77-51A466B159A2}">
      <dgm:prSet/>
      <dgm:spPr/>
    </dgm:pt>
    <dgm:pt modelId="{BC0BCF45-B30D-447E-B195-218849A06478}" type="sibTrans" cxnId="{58184394-3761-46CD-AC77-51A466B159A2}">
      <dgm:prSet/>
      <dgm:spPr/>
    </dgm:pt>
    <dgm:pt modelId="{71D1AE3E-BBD0-4962-AFC9-A6E6EB4C2B0A}" type="pres">
      <dgm:prSet presAssocID="{1A1511ED-90E9-45D5-8DB9-88B14209D1F4}" presName="linear" presStyleCnt="0">
        <dgm:presLayoutVars>
          <dgm:dir/>
          <dgm:animLvl val="lvl"/>
          <dgm:resizeHandles val="exact"/>
        </dgm:presLayoutVars>
      </dgm:prSet>
      <dgm:spPr/>
    </dgm:pt>
    <dgm:pt modelId="{A20AD554-5EFE-4488-B475-563B500D05E4}" type="pres">
      <dgm:prSet presAssocID="{A5F97C42-0BB7-4CB3-8099-3926387A8364}" presName="parentLin" presStyleCnt="0"/>
      <dgm:spPr/>
    </dgm:pt>
    <dgm:pt modelId="{757EB464-54F7-4CD5-890C-BC30D43E2F1D}" type="pres">
      <dgm:prSet presAssocID="{A5F97C42-0BB7-4CB3-8099-3926387A8364}" presName="parentLeftMargin" presStyleLbl="node1" presStyleIdx="0" presStyleCnt="2"/>
      <dgm:spPr/>
    </dgm:pt>
    <dgm:pt modelId="{C5314A85-04C0-48E0-B39D-0114F0B2AC03}" type="pres">
      <dgm:prSet presAssocID="{A5F97C42-0BB7-4CB3-8099-3926387A8364}" presName="parentText" presStyleLbl="node1" presStyleIdx="0" presStyleCnt="2">
        <dgm:presLayoutVars>
          <dgm:chMax val="0"/>
          <dgm:bulletEnabled val="1"/>
        </dgm:presLayoutVars>
      </dgm:prSet>
      <dgm:spPr/>
    </dgm:pt>
    <dgm:pt modelId="{2C1EA3AC-56AE-4A89-AC73-C8A187545523}" type="pres">
      <dgm:prSet presAssocID="{A5F97C42-0BB7-4CB3-8099-3926387A8364}" presName="negativeSpace" presStyleCnt="0"/>
      <dgm:spPr/>
    </dgm:pt>
    <dgm:pt modelId="{23C7F3F1-9AFF-4330-A25F-0F29D54F2889}" type="pres">
      <dgm:prSet presAssocID="{A5F97C42-0BB7-4CB3-8099-3926387A8364}" presName="childText" presStyleLbl="conFgAcc1" presStyleIdx="0" presStyleCnt="2">
        <dgm:presLayoutVars>
          <dgm:bulletEnabled val="1"/>
        </dgm:presLayoutVars>
      </dgm:prSet>
      <dgm:spPr/>
    </dgm:pt>
    <dgm:pt modelId="{40E855E7-278F-49ED-A8BF-FEA8F856FEE7}" type="pres">
      <dgm:prSet presAssocID="{64F4261B-4BB8-42A8-A485-E6D859386BD2}" presName="spaceBetweenRectangles" presStyleCnt="0"/>
      <dgm:spPr/>
    </dgm:pt>
    <dgm:pt modelId="{1C185235-FB49-40AA-A1A5-7F98D9075BA4}" type="pres">
      <dgm:prSet presAssocID="{1532D1C2-C8F7-49EC-BBC2-0F2C60897E2B}" presName="parentLin" presStyleCnt="0"/>
      <dgm:spPr/>
    </dgm:pt>
    <dgm:pt modelId="{00A55B10-C431-412C-8933-B539893D2701}" type="pres">
      <dgm:prSet presAssocID="{1532D1C2-C8F7-49EC-BBC2-0F2C60897E2B}" presName="parentLeftMargin" presStyleLbl="node1" presStyleIdx="0" presStyleCnt="2"/>
      <dgm:spPr/>
    </dgm:pt>
    <dgm:pt modelId="{C343F2C4-80D8-42D7-8109-F602A817C0E6}" type="pres">
      <dgm:prSet presAssocID="{1532D1C2-C8F7-49EC-BBC2-0F2C60897E2B}" presName="parentText" presStyleLbl="node1" presStyleIdx="1" presStyleCnt="2">
        <dgm:presLayoutVars>
          <dgm:chMax val="0"/>
          <dgm:bulletEnabled val="1"/>
        </dgm:presLayoutVars>
      </dgm:prSet>
      <dgm:spPr/>
    </dgm:pt>
    <dgm:pt modelId="{FF5617B0-F03E-4649-8A1D-23840879F5A0}" type="pres">
      <dgm:prSet presAssocID="{1532D1C2-C8F7-49EC-BBC2-0F2C60897E2B}" presName="negativeSpace" presStyleCnt="0"/>
      <dgm:spPr/>
    </dgm:pt>
    <dgm:pt modelId="{95E01B6A-3D2B-4736-9430-D33D62755F05}" type="pres">
      <dgm:prSet presAssocID="{1532D1C2-C8F7-49EC-BBC2-0F2C60897E2B}" presName="childText" presStyleLbl="conFgAcc1" presStyleIdx="1" presStyleCnt="2">
        <dgm:presLayoutVars>
          <dgm:bulletEnabled val="1"/>
        </dgm:presLayoutVars>
      </dgm:prSet>
      <dgm:spPr/>
    </dgm:pt>
  </dgm:ptLst>
  <dgm:cxnLst>
    <dgm:cxn modelId="{949A4F1A-A502-4BCE-B7D7-2F592CE8FC83}" srcId="{1A1511ED-90E9-45D5-8DB9-88B14209D1F4}" destId="{A5F97C42-0BB7-4CB3-8099-3926387A8364}" srcOrd="0" destOrd="0" parTransId="{16AAF4BD-555E-45C4-B3C9-A7D3A1E64AAE}" sibTransId="{64F4261B-4BB8-42A8-A485-E6D859386BD2}"/>
    <dgm:cxn modelId="{AA772780-F034-429D-BEA8-457F08DD7783}" type="presOf" srcId="{A5F97C42-0BB7-4CB3-8099-3926387A8364}" destId="{757EB464-54F7-4CD5-890C-BC30D43E2F1D}" srcOrd="0" destOrd="0" presId="urn:microsoft.com/office/officeart/2005/8/layout/list1"/>
    <dgm:cxn modelId="{0C0C6B83-756F-49C1-B1D8-6BB06A93172F}" type="presOf" srcId="{A5F97C42-0BB7-4CB3-8099-3926387A8364}" destId="{C5314A85-04C0-48E0-B39D-0114F0B2AC03}" srcOrd="1" destOrd="0" presId="urn:microsoft.com/office/officeart/2005/8/layout/list1"/>
    <dgm:cxn modelId="{58184394-3761-46CD-AC77-51A466B159A2}" srcId="{1A1511ED-90E9-45D5-8DB9-88B14209D1F4}" destId="{1532D1C2-C8F7-49EC-BBC2-0F2C60897E2B}" srcOrd="1" destOrd="0" parTransId="{4F51F72C-B293-4439-9AF8-2E57B50B9A5F}" sibTransId="{BC0BCF45-B30D-447E-B195-218849A06478}"/>
    <dgm:cxn modelId="{812CCAA9-EFB0-47B1-B92E-DAE8169B3DC1}" type="presOf" srcId="{1A1511ED-90E9-45D5-8DB9-88B14209D1F4}" destId="{71D1AE3E-BBD0-4962-AFC9-A6E6EB4C2B0A}" srcOrd="0" destOrd="0" presId="urn:microsoft.com/office/officeart/2005/8/layout/list1"/>
    <dgm:cxn modelId="{32E034BA-13CC-4FAF-A264-36A84639D1A9}" type="presOf" srcId="{1532D1C2-C8F7-49EC-BBC2-0F2C60897E2B}" destId="{00A55B10-C431-412C-8933-B539893D2701}" srcOrd="0" destOrd="0" presId="urn:microsoft.com/office/officeart/2005/8/layout/list1"/>
    <dgm:cxn modelId="{33F1B2F1-7632-4AB3-ADC2-49749F118D88}" type="presOf" srcId="{1532D1C2-C8F7-49EC-BBC2-0F2C60897E2B}" destId="{C343F2C4-80D8-42D7-8109-F602A817C0E6}" srcOrd="1" destOrd="0" presId="urn:microsoft.com/office/officeart/2005/8/layout/list1"/>
    <dgm:cxn modelId="{4DF8A2C5-84F1-412A-A0A7-8DFB5E7D9BEB}" type="presParOf" srcId="{71D1AE3E-BBD0-4962-AFC9-A6E6EB4C2B0A}" destId="{A20AD554-5EFE-4488-B475-563B500D05E4}" srcOrd="0" destOrd="0" presId="urn:microsoft.com/office/officeart/2005/8/layout/list1"/>
    <dgm:cxn modelId="{C74125AC-7B1B-47B8-AB7E-574E09772F9E}" type="presParOf" srcId="{A20AD554-5EFE-4488-B475-563B500D05E4}" destId="{757EB464-54F7-4CD5-890C-BC30D43E2F1D}" srcOrd="0" destOrd="0" presId="urn:microsoft.com/office/officeart/2005/8/layout/list1"/>
    <dgm:cxn modelId="{96196DC1-CADD-49A3-96B7-AE851A71CC1D}" type="presParOf" srcId="{A20AD554-5EFE-4488-B475-563B500D05E4}" destId="{C5314A85-04C0-48E0-B39D-0114F0B2AC03}" srcOrd="1" destOrd="0" presId="urn:microsoft.com/office/officeart/2005/8/layout/list1"/>
    <dgm:cxn modelId="{19D57EB7-8203-4336-94E6-5998B39169B5}" type="presParOf" srcId="{71D1AE3E-BBD0-4962-AFC9-A6E6EB4C2B0A}" destId="{2C1EA3AC-56AE-4A89-AC73-C8A187545523}" srcOrd="1" destOrd="0" presId="urn:microsoft.com/office/officeart/2005/8/layout/list1"/>
    <dgm:cxn modelId="{F0331F17-38D0-4914-A5AA-6CF7A67DADC2}" type="presParOf" srcId="{71D1AE3E-BBD0-4962-AFC9-A6E6EB4C2B0A}" destId="{23C7F3F1-9AFF-4330-A25F-0F29D54F2889}" srcOrd="2" destOrd="0" presId="urn:microsoft.com/office/officeart/2005/8/layout/list1"/>
    <dgm:cxn modelId="{AB176F91-6767-4382-8D08-A479AEBE6964}" type="presParOf" srcId="{71D1AE3E-BBD0-4962-AFC9-A6E6EB4C2B0A}" destId="{40E855E7-278F-49ED-A8BF-FEA8F856FEE7}" srcOrd="3" destOrd="0" presId="urn:microsoft.com/office/officeart/2005/8/layout/list1"/>
    <dgm:cxn modelId="{16A6A8EC-CF43-4CC6-B86D-F2DA99848BAC}" type="presParOf" srcId="{71D1AE3E-BBD0-4962-AFC9-A6E6EB4C2B0A}" destId="{1C185235-FB49-40AA-A1A5-7F98D9075BA4}" srcOrd="4" destOrd="0" presId="urn:microsoft.com/office/officeart/2005/8/layout/list1"/>
    <dgm:cxn modelId="{510A0C42-4461-41B4-80E4-29D653CE803A}" type="presParOf" srcId="{1C185235-FB49-40AA-A1A5-7F98D9075BA4}" destId="{00A55B10-C431-412C-8933-B539893D2701}" srcOrd="0" destOrd="0" presId="urn:microsoft.com/office/officeart/2005/8/layout/list1"/>
    <dgm:cxn modelId="{B6E428FF-0D9C-42B3-94B7-4B535A6632E7}" type="presParOf" srcId="{1C185235-FB49-40AA-A1A5-7F98D9075BA4}" destId="{C343F2C4-80D8-42D7-8109-F602A817C0E6}" srcOrd="1" destOrd="0" presId="urn:microsoft.com/office/officeart/2005/8/layout/list1"/>
    <dgm:cxn modelId="{E2E77BC1-A081-4A40-B562-3DED95FD7B51}" type="presParOf" srcId="{71D1AE3E-BBD0-4962-AFC9-A6E6EB4C2B0A}" destId="{FF5617B0-F03E-4649-8A1D-23840879F5A0}" srcOrd="5" destOrd="0" presId="urn:microsoft.com/office/officeart/2005/8/layout/list1"/>
    <dgm:cxn modelId="{0DB6A05E-7B84-44C3-93FB-3F13C5B24530}" type="presParOf" srcId="{71D1AE3E-BBD0-4962-AFC9-A6E6EB4C2B0A}" destId="{95E01B6A-3D2B-4736-9430-D33D62755F05}" srcOrd="6"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A3015D-1AD4-421D-99E4-0413AEE970EF}">
      <dsp:nvSpPr>
        <dsp:cNvPr id="0" name=""/>
        <dsp:cNvSpPr/>
      </dsp:nvSpPr>
      <dsp:spPr>
        <a:xfrm>
          <a:off x="0" y="1502889"/>
          <a:ext cx="8381998"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EE9B66EA-C142-4876-BB81-950A5737CF2C}">
      <dsp:nvSpPr>
        <dsp:cNvPr id="0" name=""/>
        <dsp:cNvSpPr/>
      </dsp:nvSpPr>
      <dsp:spPr>
        <a:xfrm>
          <a:off x="419099" y="1222449"/>
          <a:ext cx="5867398"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44550" rtl="0">
            <a:lnSpc>
              <a:spcPct val="90000"/>
            </a:lnSpc>
            <a:spcBef>
              <a:spcPct val="0"/>
            </a:spcBef>
            <a:spcAft>
              <a:spcPct val="35000"/>
            </a:spcAft>
            <a:buNone/>
          </a:pPr>
          <a:r>
            <a:rPr lang="en-GB" sz="1900" kern="1200">
              <a:latin typeface="DM Sans ExtraLight"/>
            </a:rPr>
            <a:t>Specialised platform for comic book enthusiasts </a:t>
          </a:r>
          <a:endParaRPr lang="en-US" sz="1900" kern="1200"/>
        </a:p>
      </dsp:txBody>
      <dsp:txXfrm>
        <a:off x="446479" y="1249829"/>
        <a:ext cx="5812638" cy="506120"/>
      </dsp:txXfrm>
    </dsp:sp>
    <dsp:sp modelId="{6606B9F5-9FA0-4E1B-AAD2-AD9DC1A2ACD4}">
      <dsp:nvSpPr>
        <dsp:cNvPr id="0" name=""/>
        <dsp:cNvSpPr/>
      </dsp:nvSpPr>
      <dsp:spPr>
        <a:xfrm>
          <a:off x="0" y="2364730"/>
          <a:ext cx="8381998"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220126E-421C-4028-8282-80138B2CC751}">
      <dsp:nvSpPr>
        <dsp:cNvPr id="0" name=""/>
        <dsp:cNvSpPr/>
      </dsp:nvSpPr>
      <dsp:spPr>
        <a:xfrm>
          <a:off x="419099" y="2084290"/>
          <a:ext cx="5867398"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44550" rtl="0">
            <a:lnSpc>
              <a:spcPct val="90000"/>
            </a:lnSpc>
            <a:spcBef>
              <a:spcPct val="0"/>
            </a:spcBef>
            <a:spcAft>
              <a:spcPct val="35000"/>
            </a:spcAft>
            <a:buNone/>
          </a:pPr>
          <a:r>
            <a:rPr lang="en-GB" sz="1900" kern="1200">
              <a:latin typeface="DM Sans ExtraLight"/>
            </a:rPr>
            <a:t>Designed to scale long-term</a:t>
          </a:r>
          <a:endParaRPr lang="en-US" sz="1900" kern="1200"/>
        </a:p>
      </dsp:txBody>
      <dsp:txXfrm>
        <a:off x="446479" y="2111670"/>
        <a:ext cx="5812638" cy="506120"/>
      </dsp:txXfrm>
    </dsp:sp>
    <dsp:sp modelId="{98ED4624-6ED9-4C49-8A6C-360AABEE93E2}">
      <dsp:nvSpPr>
        <dsp:cNvPr id="0" name=""/>
        <dsp:cNvSpPr/>
      </dsp:nvSpPr>
      <dsp:spPr>
        <a:xfrm>
          <a:off x="0" y="3226570"/>
          <a:ext cx="8381998"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A15BA8CF-61FF-49D7-9A86-1AD154D8A862}">
      <dsp:nvSpPr>
        <dsp:cNvPr id="0" name=""/>
        <dsp:cNvSpPr/>
      </dsp:nvSpPr>
      <dsp:spPr>
        <a:xfrm>
          <a:off x="419099" y="2946130"/>
          <a:ext cx="5867398"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44550" rtl="0">
            <a:lnSpc>
              <a:spcPct val="90000"/>
            </a:lnSpc>
            <a:spcBef>
              <a:spcPct val="0"/>
            </a:spcBef>
            <a:spcAft>
              <a:spcPct val="35000"/>
            </a:spcAft>
            <a:buNone/>
          </a:pPr>
          <a:r>
            <a:rPr lang="en-GB" sz="1900" kern="1200">
              <a:latin typeface="DM Sans ExtraLight"/>
            </a:rPr>
            <a:t>Simple intuitive user experience</a:t>
          </a:r>
          <a:endParaRPr lang="en-US" sz="1900" kern="1200">
            <a:latin typeface="Aptos Display" panose="02110004020202020204"/>
          </a:endParaRPr>
        </a:p>
      </dsp:txBody>
      <dsp:txXfrm>
        <a:off x="446479" y="2973510"/>
        <a:ext cx="5812638" cy="506120"/>
      </dsp:txXfrm>
    </dsp:sp>
    <dsp:sp modelId="{CB969EC0-1381-4A93-87E5-79929B659DDB}">
      <dsp:nvSpPr>
        <dsp:cNvPr id="0" name=""/>
        <dsp:cNvSpPr/>
      </dsp:nvSpPr>
      <dsp:spPr>
        <a:xfrm>
          <a:off x="0" y="4088410"/>
          <a:ext cx="8381998" cy="4788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3B33BA82-CB53-4776-A77B-9787D075450E}">
      <dsp:nvSpPr>
        <dsp:cNvPr id="0" name=""/>
        <dsp:cNvSpPr/>
      </dsp:nvSpPr>
      <dsp:spPr>
        <a:xfrm>
          <a:off x="419099" y="3807970"/>
          <a:ext cx="5867398" cy="56088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1774" tIns="0" rIns="221774" bIns="0" numCol="1" spcCol="1270" anchor="ctr" anchorCtr="0">
          <a:noAutofit/>
        </a:bodyPr>
        <a:lstStyle/>
        <a:p>
          <a:pPr marL="0" lvl="0" indent="0" algn="l" defTabSz="844550" rtl="0">
            <a:lnSpc>
              <a:spcPct val="90000"/>
            </a:lnSpc>
            <a:spcBef>
              <a:spcPct val="0"/>
            </a:spcBef>
            <a:spcAft>
              <a:spcPct val="35000"/>
            </a:spcAft>
            <a:buNone/>
          </a:pPr>
          <a:r>
            <a:rPr lang="en-GB" sz="1900" kern="1200">
              <a:latin typeface="DM Sans ExtraLight"/>
            </a:rPr>
            <a:t>Fast and reliable purchasing  </a:t>
          </a:r>
          <a:endParaRPr lang="en-US" sz="1900" kern="1200"/>
        </a:p>
      </dsp:txBody>
      <dsp:txXfrm>
        <a:off x="446479" y="3835350"/>
        <a:ext cx="5812638" cy="50612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3C7F3F1-9AFF-4330-A25F-0F29D54F2889}">
      <dsp:nvSpPr>
        <dsp:cNvPr id="0" name=""/>
        <dsp:cNvSpPr/>
      </dsp:nvSpPr>
      <dsp:spPr>
        <a:xfrm>
          <a:off x="0" y="1309208"/>
          <a:ext cx="7606005" cy="68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5314A85-04C0-48E0-B39D-0114F0B2AC03}">
      <dsp:nvSpPr>
        <dsp:cNvPr id="0" name=""/>
        <dsp:cNvSpPr/>
      </dsp:nvSpPr>
      <dsp:spPr>
        <a:xfrm>
          <a:off x="380300" y="910688"/>
          <a:ext cx="5324203" cy="797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42" tIns="0" rIns="201242" bIns="0" numCol="1" spcCol="1270" anchor="ctr" anchorCtr="0">
          <a:noAutofit/>
        </a:bodyPr>
        <a:lstStyle/>
        <a:p>
          <a:pPr marL="0" lvl="0" indent="0" algn="l" defTabSz="1200150" rtl="0">
            <a:lnSpc>
              <a:spcPct val="90000"/>
            </a:lnSpc>
            <a:spcBef>
              <a:spcPct val="0"/>
            </a:spcBef>
            <a:spcAft>
              <a:spcPct val="35000"/>
            </a:spcAft>
            <a:buNone/>
          </a:pPr>
          <a:r>
            <a:rPr lang="en-US" sz="2700" kern="1200">
              <a:latin typeface="DM Sans ExtraLight"/>
            </a:rPr>
            <a:t>Personalized recommendations </a:t>
          </a:r>
          <a:endParaRPr lang="en-US" sz="2700" kern="1200"/>
        </a:p>
      </dsp:txBody>
      <dsp:txXfrm>
        <a:off x="419208" y="949596"/>
        <a:ext cx="5246387" cy="719224"/>
      </dsp:txXfrm>
    </dsp:sp>
    <dsp:sp modelId="{95E01B6A-3D2B-4736-9430-D33D62755F05}">
      <dsp:nvSpPr>
        <dsp:cNvPr id="0" name=""/>
        <dsp:cNvSpPr/>
      </dsp:nvSpPr>
      <dsp:spPr>
        <a:xfrm>
          <a:off x="0" y="2533928"/>
          <a:ext cx="7606005" cy="680400"/>
        </a:xfrm>
        <a:prstGeom prst="rect">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343F2C4-80D8-42D7-8109-F602A817C0E6}">
      <dsp:nvSpPr>
        <dsp:cNvPr id="0" name=""/>
        <dsp:cNvSpPr/>
      </dsp:nvSpPr>
      <dsp:spPr>
        <a:xfrm>
          <a:off x="380300" y="2135408"/>
          <a:ext cx="5324203" cy="7970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1242" tIns="0" rIns="201242" bIns="0" numCol="1" spcCol="1270" anchor="ctr" anchorCtr="0">
          <a:noAutofit/>
        </a:bodyPr>
        <a:lstStyle/>
        <a:p>
          <a:pPr marL="0" lvl="0" indent="0" algn="l" defTabSz="1200150" rtl="0">
            <a:lnSpc>
              <a:spcPct val="90000"/>
            </a:lnSpc>
            <a:spcBef>
              <a:spcPct val="0"/>
            </a:spcBef>
            <a:spcAft>
              <a:spcPct val="35000"/>
            </a:spcAft>
            <a:buNone/>
          </a:pPr>
          <a:r>
            <a:rPr lang="en-US" sz="2700" kern="1200">
              <a:latin typeface="DM Sans ExtraLight"/>
            </a:rPr>
            <a:t>Community driven features.</a:t>
          </a:r>
          <a:endParaRPr lang="en-US" sz="2700" kern="1200"/>
        </a:p>
      </dsp:txBody>
      <dsp:txXfrm>
        <a:off x="419208" y="2174316"/>
        <a:ext cx="5246387" cy="719224"/>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0E0C70-6A76-8348-9719-A7A996CDF91B}" type="datetimeFigureOut">
              <a:rPr lang="en-US" smtClean="0"/>
              <a:t>4/9/2026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FEA5902-DA09-EC4D-9F13-86EF95870CF1}" type="slidenum">
              <a:rPr lang="en-US" smtClean="0"/>
              <a:t>‹#›</a:t>
            </a:fld>
            <a:endParaRPr lang="en-US"/>
          </a:p>
        </p:txBody>
      </p:sp>
    </p:spTree>
    <p:extLst>
      <p:ext uri="{BB962C8B-B14F-4D97-AF65-F5344CB8AC3E}">
        <p14:creationId xmlns:p14="http://schemas.microsoft.com/office/powerpoint/2010/main" val="26129015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t>Goodmorning</a:t>
            </a:r>
            <a:r>
              <a:rPr lang="en-US"/>
              <a:t> everyone. We are </a:t>
            </a:r>
            <a:r>
              <a:rPr lang="en-US" err="1"/>
              <a:t>Entelect</a:t>
            </a:r>
            <a:r>
              <a:rPr lang="en-US"/>
              <a:t>, and we are here this morning to help you understand why choosing </a:t>
            </a:r>
            <a:r>
              <a:rPr lang="en-US" err="1"/>
              <a:t>Entelect</a:t>
            </a:r>
            <a:r>
              <a:rPr lang="en-US"/>
              <a:t> is the best decision you can make. To start off, getting to who we are… We understand your primary goal as a Comic Stock, is to become South Africa’s premier online comic retail business. We’ve looked at the system you want to build, we understand the requirements --- a working, frictionless, trustworthy, secure purchase process, to name a few --- and we know that we can bring your vision to life, ultimately moving you closer to your goal. </a:t>
            </a:r>
            <a:endParaRPr lang="en-ZA"/>
          </a:p>
        </p:txBody>
      </p:sp>
      <p:sp>
        <p:nvSpPr>
          <p:cNvPr id="4" name="Slide Number Placeholder 3"/>
          <p:cNvSpPr>
            <a:spLocks noGrp="1"/>
          </p:cNvSpPr>
          <p:nvPr>
            <p:ph type="sldNum" sz="quarter" idx="5"/>
          </p:nvPr>
        </p:nvSpPr>
        <p:spPr/>
        <p:txBody>
          <a:bodyPr/>
          <a:lstStyle/>
          <a:p>
            <a:fld id="{8FEA5902-DA09-EC4D-9F13-86EF95870CF1}" type="slidenum">
              <a:rPr lang="en-US" smtClean="0"/>
              <a:t>1</a:t>
            </a:fld>
            <a:endParaRPr lang="en-US"/>
          </a:p>
        </p:txBody>
      </p:sp>
    </p:spTree>
    <p:extLst>
      <p:ext uri="{BB962C8B-B14F-4D97-AF65-F5344CB8AC3E}">
        <p14:creationId xmlns:p14="http://schemas.microsoft.com/office/powerpoint/2010/main" val="34386136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There’s a few reasons why we know we can achieve this, all of which will be discussed during the duration of this presentation, but for now, we want to continue on the theme of getting to know </a:t>
            </a:r>
            <a:r>
              <a:rPr lang="en-US" err="1"/>
              <a:t>Entelect</a:t>
            </a:r>
            <a:r>
              <a:rPr lang="en-US"/>
              <a:t>.. Because we believe that simply getting to know to know </a:t>
            </a:r>
            <a:r>
              <a:rPr lang="en-US" err="1"/>
              <a:t>Entelect</a:t>
            </a:r>
            <a:r>
              <a:rPr lang="en-US"/>
              <a:t> and what we value, will make you understand the value in choosing us. On that note…</a:t>
            </a:r>
            <a:endParaRPr lang="en-ZA"/>
          </a:p>
        </p:txBody>
      </p:sp>
      <p:sp>
        <p:nvSpPr>
          <p:cNvPr id="4" name="Slide Number Placeholder 3"/>
          <p:cNvSpPr>
            <a:spLocks noGrp="1"/>
          </p:cNvSpPr>
          <p:nvPr>
            <p:ph type="sldNum" sz="quarter" idx="5"/>
          </p:nvPr>
        </p:nvSpPr>
        <p:spPr/>
        <p:txBody>
          <a:bodyPr/>
          <a:lstStyle/>
          <a:p>
            <a:fld id="{8FEA5902-DA09-EC4D-9F13-86EF95870CF1}" type="slidenum">
              <a:rPr lang="en-US" smtClean="0"/>
              <a:t>2</a:t>
            </a:fld>
            <a:endParaRPr lang="en-US"/>
          </a:p>
        </p:txBody>
      </p:sp>
    </p:spTree>
    <p:extLst>
      <p:ext uri="{BB962C8B-B14F-4D97-AF65-F5344CB8AC3E}">
        <p14:creationId xmlns:p14="http://schemas.microsoft.com/office/powerpoint/2010/main" val="27881747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Don’t take it from us, take it from our many satisfied clients. </a:t>
            </a:r>
            <a:r>
              <a:rPr lang="en-US" sz="1200" b="0" i="0" kern="1200" err="1">
                <a:solidFill>
                  <a:schemeClr val="tx1"/>
                </a:solidFill>
                <a:effectLst/>
                <a:latin typeface="+mn-lt"/>
                <a:ea typeface="+mn-ea"/>
                <a:cs typeface="+mn-cs"/>
              </a:rPr>
              <a:t>Entelect</a:t>
            </a:r>
            <a:r>
              <a:rPr lang="en-US" sz="1200" b="0" i="0" kern="1200">
                <a:solidFill>
                  <a:schemeClr val="tx1"/>
                </a:solidFill>
                <a:effectLst/>
                <a:latin typeface="+mn-lt"/>
                <a:ea typeface="+mn-ea"/>
                <a:cs typeface="+mn-cs"/>
              </a:rPr>
              <a:t> is proud to announce its recognition in the rankings of Africa’s Fastest Growing Companies for the second year in a row by the Financial Times for 2023.</a:t>
            </a:r>
            <a:endParaRPr lang="en-ZA"/>
          </a:p>
        </p:txBody>
      </p:sp>
      <p:sp>
        <p:nvSpPr>
          <p:cNvPr id="4" name="Slide Number Placeholder 3"/>
          <p:cNvSpPr>
            <a:spLocks noGrp="1"/>
          </p:cNvSpPr>
          <p:nvPr>
            <p:ph type="sldNum" sz="quarter" idx="5"/>
          </p:nvPr>
        </p:nvSpPr>
        <p:spPr/>
        <p:txBody>
          <a:bodyPr/>
          <a:lstStyle/>
          <a:p>
            <a:fld id="{8FEA5902-DA09-EC4D-9F13-86EF95870CF1}" type="slidenum">
              <a:rPr lang="en-US" smtClean="0"/>
              <a:t>3</a:t>
            </a:fld>
            <a:endParaRPr lang="en-US"/>
          </a:p>
        </p:txBody>
      </p:sp>
    </p:spTree>
    <p:extLst>
      <p:ext uri="{BB962C8B-B14F-4D97-AF65-F5344CB8AC3E}">
        <p14:creationId xmlns:p14="http://schemas.microsoft.com/office/powerpoint/2010/main" val="418416972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hyperlink" Target="https://entelect.com/" TargetMode="Externa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hyperlink" Target="https://entelect.com/" TargetMode="Externa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hyperlink" Target="https://entelect.com/" TargetMode="Externa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4.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2.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2.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5.pn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8.png"/><Relationship Id="rId1" Type="http://schemas.openxmlformats.org/officeDocument/2006/relationships/slideMaster" Target="../slideMasters/slideMaster2.xml"/><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9.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2.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Master" Target="../slideMasters/slideMaster3.xml"/><Relationship Id="rId4" Type="http://schemas.openxmlformats.org/officeDocument/2006/relationships/hyperlink" Target="https://entelect.com/" TargetMode="Externa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Master" Target="../slideMasters/slideMaster3.xml"/><Relationship Id="rId4" Type="http://schemas.openxmlformats.org/officeDocument/2006/relationships/hyperlink" Target="https://entelect.com/" TargetMode="Externa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6.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5.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A blue and green swirl&#10;&#10;AI-generated content may be incorrect.">
            <a:extLst>
              <a:ext uri="{FF2B5EF4-FFF2-40B4-BE49-F238E27FC236}">
                <a16:creationId xmlns:a16="http://schemas.microsoft.com/office/drawing/2014/main" id="{46C90DEE-2DAA-A00B-AB54-8EE0478AF59E}"/>
              </a:ext>
            </a:extLst>
          </p:cNvPr>
          <p:cNvPicPr>
            <a:picLocks noChangeAspect="1"/>
          </p:cNvPicPr>
          <p:nvPr userDrawn="1"/>
        </p:nvPicPr>
        <p:blipFill>
          <a:blip r:embed="rId2">
            <a:alphaModFix amt="70000"/>
          </a:blip>
          <a:srcRect l="754" t="773" r="762" b="773"/>
          <a:stretch/>
        </p:blipFill>
        <p:spPr>
          <a:xfrm>
            <a:off x="-2" y="0"/>
            <a:ext cx="12190923" cy="6858000"/>
          </a:xfrm>
          <a:prstGeom prst="rect">
            <a:avLst/>
          </a:prstGeom>
        </p:spPr>
      </p:pic>
      <p:sp>
        <p:nvSpPr>
          <p:cNvPr id="6" name="Rectangle 5">
            <a:extLst>
              <a:ext uri="{FF2B5EF4-FFF2-40B4-BE49-F238E27FC236}">
                <a16:creationId xmlns:a16="http://schemas.microsoft.com/office/drawing/2014/main" id="{B8D6E66E-0FB5-CE53-5E4D-5CE34DFBF914}"/>
              </a:ext>
            </a:extLst>
          </p:cNvPr>
          <p:cNvSpPr/>
          <p:nvPr userDrawn="1"/>
        </p:nvSpPr>
        <p:spPr>
          <a:xfrm>
            <a:off x="304800" y="3921898"/>
            <a:ext cx="544043" cy="71252"/>
          </a:xfrm>
          <a:prstGeom prst="rect">
            <a:avLst/>
          </a:prstGeom>
          <a:solidFill>
            <a:srgbClr val="A1BF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9F62539F-D7EC-0DBB-B283-9FBC673F55A2}"/>
              </a:ext>
            </a:extLst>
          </p:cNvPr>
          <p:cNvPicPr>
            <a:picLocks noChangeAspect="1"/>
          </p:cNvPicPr>
          <p:nvPr userDrawn="1"/>
        </p:nvPicPr>
        <p:blipFill>
          <a:blip r:embed="rId3"/>
          <a:srcRect l="1462" r="-1010"/>
          <a:stretch>
            <a:fillRect/>
          </a:stretch>
        </p:blipFill>
        <p:spPr>
          <a:xfrm>
            <a:off x="9823306" y="5882433"/>
            <a:ext cx="2116359" cy="659625"/>
          </a:xfrm>
          <a:prstGeom prst="rect">
            <a:avLst/>
          </a:prstGeom>
        </p:spPr>
      </p:pic>
      <p:sp>
        <p:nvSpPr>
          <p:cNvPr id="14" name="Text Placeholder 13">
            <a:extLst>
              <a:ext uri="{FF2B5EF4-FFF2-40B4-BE49-F238E27FC236}">
                <a16:creationId xmlns:a16="http://schemas.microsoft.com/office/drawing/2014/main" id="{A05CF594-9E24-3D46-9BD1-A83A545B5FAD}"/>
              </a:ext>
            </a:extLst>
          </p:cNvPr>
          <p:cNvSpPr>
            <a:spLocks noGrp="1"/>
          </p:cNvSpPr>
          <p:nvPr>
            <p:ph type="body" sz="quarter" idx="12" hasCustomPrompt="1"/>
          </p:nvPr>
        </p:nvSpPr>
        <p:spPr>
          <a:xfrm>
            <a:off x="320298" y="4147465"/>
            <a:ext cx="5943917" cy="461229"/>
          </a:xfrm>
          <a:prstGeom prst="rect">
            <a:avLst/>
          </a:prstGeom>
        </p:spPr>
        <p:txBody>
          <a:bodyPr lIns="0"/>
          <a:lstStyle>
            <a:lvl1pPr marL="0" indent="0">
              <a:buNone/>
              <a:defRPr sz="2400" b="0" i="0">
                <a:solidFill>
                  <a:schemeClr val="bg1"/>
                </a:solidFill>
                <a:latin typeface="DM Sans ExtraLight" pitchFamily="2" charset="77"/>
              </a:defRPr>
            </a:lvl1pPr>
          </a:lstStyle>
          <a:p>
            <a:pPr lvl="0"/>
            <a:r>
              <a:rPr lang="en-GB"/>
              <a:t>Click to edit sub-heading</a:t>
            </a:r>
          </a:p>
        </p:txBody>
      </p:sp>
      <p:sp>
        <p:nvSpPr>
          <p:cNvPr id="5" name="Title 1">
            <a:extLst>
              <a:ext uri="{FF2B5EF4-FFF2-40B4-BE49-F238E27FC236}">
                <a16:creationId xmlns:a16="http://schemas.microsoft.com/office/drawing/2014/main" id="{2618095E-9888-81BC-A654-49AF3ED68CD2}"/>
              </a:ext>
            </a:extLst>
          </p:cNvPr>
          <p:cNvSpPr>
            <a:spLocks noGrp="1"/>
          </p:cNvSpPr>
          <p:nvPr>
            <p:ph type="ctrTitle" hasCustomPrompt="1"/>
          </p:nvPr>
        </p:nvSpPr>
        <p:spPr>
          <a:xfrm>
            <a:off x="304799" y="2159537"/>
            <a:ext cx="6024748" cy="1584645"/>
          </a:xfrm>
          <a:prstGeom prst="rect">
            <a:avLst/>
          </a:prstGeom>
        </p:spPr>
        <p:txBody>
          <a:bodyPr lIns="0" anchor="t" anchorCtr="0">
            <a:noAutofit/>
          </a:bodyPr>
          <a:lstStyle>
            <a:lvl1pPr algn="l" defTabSz="914400" rtl="0" eaLnBrk="1" latinLnBrk="0" hangingPunct="1">
              <a:lnSpc>
                <a:spcPct val="90000"/>
              </a:lnSpc>
              <a:spcBef>
                <a:spcPct val="0"/>
              </a:spcBef>
              <a:buNone/>
              <a:defRPr lang="en-US" sz="6000" b="0" i="0" kern="1200" dirty="0">
                <a:solidFill>
                  <a:schemeClr val="bg1"/>
                </a:solidFill>
                <a:latin typeface="DM Sans 14pt" pitchFamily="2" charset="77"/>
                <a:ea typeface="+mj-ea"/>
                <a:cs typeface="+mj-cs"/>
              </a:defRPr>
            </a:lvl1pPr>
          </a:lstStyle>
          <a:p>
            <a:r>
              <a:rPr lang="en-GB"/>
              <a:t>Click to add </a:t>
            </a:r>
            <a:br>
              <a:rPr lang="en-GB"/>
            </a:br>
            <a:r>
              <a:rPr lang="en-GB"/>
              <a:t>slide title</a:t>
            </a:r>
            <a:endParaRPr lang="en-US"/>
          </a:p>
        </p:txBody>
      </p:sp>
      <p:sp>
        <p:nvSpPr>
          <p:cNvPr id="4" name="TextBox 3">
            <a:extLst>
              <a:ext uri="{FF2B5EF4-FFF2-40B4-BE49-F238E27FC236}">
                <a16:creationId xmlns:a16="http://schemas.microsoft.com/office/drawing/2014/main" id="{5D10F79A-E89C-1711-F7DF-F11DC47D2E72}"/>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2841625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pic>
        <p:nvPicPr>
          <p:cNvPr id="2" name="Picture 1" descr="A blue background with white spots&#10;&#10;AI-generated content may be incorrect.">
            <a:extLst>
              <a:ext uri="{FF2B5EF4-FFF2-40B4-BE49-F238E27FC236}">
                <a16:creationId xmlns:a16="http://schemas.microsoft.com/office/drawing/2014/main" id="{492BAD6E-CCF0-8483-D6E6-E753CA75215E}"/>
              </a:ext>
            </a:extLst>
          </p:cNvPr>
          <p:cNvPicPr>
            <a:picLocks noChangeAspect="1"/>
          </p:cNvPicPr>
          <p:nvPr userDrawn="1"/>
        </p:nvPicPr>
        <p:blipFill>
          <a:blip r:embed="rId2">
            <a:alphaModFix amt="80000"/>
          </a:blip>
          <a:srcRect l="2393" r="2406"/>
          <a:stretch/>
        </p:blipFill>
        <p:spPr>
          <a:xfrm rot="21349987">
            <a:off x="-289979" y="-345137"/>
            <a:ext cx="12771409" cy="7549196"/>
          </a:xfrm>
          <a:prstGeom prst="rect">
            <a:avLst/>
          </a:prstGeom>
        </p:spPr>
      </p:pic>
      <p:sp>
        <p:nvSpPr>
          <p:cNvPr id="8" name="TextBox 7">
            <a:extLst>
              <a:ext uri="{FF2B5EF4-FFF2-40B4-BE49-F238E27FC236}">
                <a16:creationId xmlns:a16="http://schemas.microsoft.com/office/drawing/2014/main" id="{3E900CAE-FDF4-C7C6-F386-1CA08EA778E2}"/>
              </a:ext>
            </a:extLst>
          </p:cNvPr>
          <p:cNvSpPr txBox="1"/>
          <p:nvPr userDrawn="1"/>
        </p:nvSpPr>
        <p:spPr>
          <a:xfrm>
            <a:off x="320780" y="2925391"/>
            <a:ext cx="4596999" cy="1015663"/>
          </a:xfrm>
          <a:prstGeom prst="rect">
            <a:avLst/>
          </a:prstGeom>
          <a:noFill/>
        </p:spPr>
        <p:txBody>
          <a:bodyPr wrap="square" lIns="0" rtlCol="0">
            <a:spAutoFit/>
          </a:bodyPr>
          <a:lstStyle/>
          <a:p>
            <a:r>
              <a:rPr lang="en-US" sz="6000" b="0" i="0">
                <a:solidFill>
                  <a:schemeClr val="bg1"/>
                </a:solidFill>
                <a:latin typeface="DM Sans" pitchFamily="2" charset="77"/>
              </a:rPr>
              <a:t>Content</a:t>
            </a:r>
          </a:p>
        </p:txBody>
      </p:sp>
      <p:sp>
        <p:nvSpPr>
          <p:cNvPr id="16" name="Text Placeholder 11">
            <a:extLst>
              <a:ext uri="{FF2B5EF4-FFF2-40B4-BE49-F238E27FC236}">
                <a16:creationId xmlns:a16="http://schemas.microsoft.com/office/drawing/2014/main" id="{2A081C33-EEBB-3659-C120-05F00765E3B0}"/>
              </a:ext>
            </a:extLst>
          </p:cNvPr>
          <p:cNvSpPr>
            <a:spLocks noGrp="1"/>
          </p:cNvSpPr>
          <p:nvPr>
            <p:ph type="body" sz="quarter" idx="11" hasCustomPrompt="1"/>
          </p:nvPr>
        </p:nvSpPr>
        <p:spPr>
          <a:xfrm>
            <a:off x="7166284" y="1343912"/>
            <a:ext cx="4552474" cy="556766"/>
          </a:xfrm>
          <a:prstGeom prst="rect">
            <a:avLst/>
          </a:prstGeom>
        </p:spPr>
        <p:txBody>
          <a:bodyPr lIns="0"/>
          <a:lstStyle>
            <a:lvl1pPr marL="0" indent="0">
              <a:buNone/>
              <a:defRPr sz="3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7" name="Text Placeholder 11">
            <a:extLst>
              <a:ext uri="{FF2B5EF4-FFF2-40B4-BE49-F238E27FC236}">
                <a16:creationId xmlns:a16="http://schemas.microsoft.com/office/drawing/2014/main" id="{E56B7166-76C8-7B05-E545-8F647A2095EA}"/>
              </a:ext>
            </a:extLst>
          </p:cNvPr>
          <p:cNvSpPr>
            <a:spLocks noGrp="1"/>
          </p:cNvSpPr>
          <p:nvPr>
            <p:ph type="body" sz="quarter" idx="12" hasCustomPrompt="1"/>
          </p:nvPr>
        </p:nvSpPr>
        <p:spPr>
          <a:xfrm>
            <a:off x="7166284" y="2242131"/>
            <a:ext cx="4552474" cy="556766"/>
          </a:xfrm>
          <a:prstGeom prst="rect">
            <a:avLst/>
          </a:prstGeom>
        </p:spPr>
        <p:txBody>
          <a:bodyPr lIns="0"/>
          <a:lstStyle>
            <a:lvl1pPr marL="0" indent="0">
              <a:buNone/>
              <a:defRPr sz="3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8" name="Text Placeholder 11">
            <a:extLst>
              <a:ext uri="{FF2B5EF4-FFF2-40B4-BE49-F238E27FC236}">
                <a16:creationId xmlns:a16="http://schemas.microsoft.com/office/drawing/2014/main" id="{249E2797-DAD0-8C26-02B3-B707AED498C1}"/>
              </a:ext>
            </a:extLst>
          </p:cNvPr>
          <p:cNvSpPr>
            <a:spLocks noGrp="1"/>
          </p:cNvSpPr>
          <p:nvPr>
            <p:ph type="body" sz="quarter" idx="13" hasCustomPrompt="1"/>
          </p:nvPr>
        </p:nvSpPr>
        <p:spPr>
          <a:xfrm>
            <a:off x="7166284" y="3171771"/>
            <a:ext cx="4552474" cy="556766"/>
          </a:xfrm>
          <a:prstGeom prst="rect">
            <a:avLst/>
          </a:prstGeom>
        </p:spPr>
        <p:txBody>
          <a:bodyPr lIns="0"/>
          <a:lstStyle>
            <a:lvl1pPr marL="0" indent="0">
              <a:buNone/>
              <a:defRPr sz="3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9" name="Text Placeholder 11">
            <a:extLst>
              <a:ext uri="{FF2B5EF4-FFF2-40B4-BE49-F238E27FC236}">
                <a16:creationId xmlns:a16="http://schemas.microsoft.com/office/drawing/2014/main" id="{51E25E57-3227-83C5-1918-3BE07610E343}"/>
              </a:ext>
            </a:extLst>
          </p:cNvPr>
          <p:cNvSpPr>
            <a:spLocks noGrp="1"/>
          </p:cNvSpPr>
          <p:nvPr>
            <p:ph type="body" sz="quarter" idx="14" hasCustomPrompt="1"/>
          </p:nvPr>
        </p:nvSpPr>
        <p:spPr>
          <a:xfrm>
            <a:off x="7166284" y="4086171"/>
            <a:ext cx="4552474" cy="556766"/>
          </a:xfrm>
          <a:prstGeom prst="rect">
            <a:avLst/>
          </a:prstGeom>
        </p:spPr>
        <p:txBody>
          <a:bodyPr lIns="0"/>
          <a:lstStyle>
            <a:lvl1pPr marL="0" indent="0">
              <a:buNone/>
              <a:defRPr sz="3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0" name="Text Placeholder 11">
            <a:extLst>
              <a:ext uri="{FF2B5EF4-FFF2-40B4-BE49-F238E27FC236}">
                <a16:creationId xmlns:a16="http://schemas.microsoft.com/office/drawing/2014/main" id="{B51444B2-D2F7-25A4-E7D7-9FD34999487C}"/>
              </a:ext>
            </a:extLst>
          </p:cNvPr>
          <p:cNvSpPr>
            <a:spLocks noGrp="1"/>
          </p:cNvSpPr>
          <p:nvPr>
            <p:ph type="body" sz="quarter" idx="15" hasCustomPrompt="1"/>
          </p:nvPr>
        </p:nvSpPr>
        <p:spPr>
          <a:xfrm>
            <a:off x="7166284" y="5000571"/>
            <a:ext cx="4552474" cy="556766"/>
          </a:xfrm>
          <a:prstGeom prst="rect">
            <a:avLst/>
          </a:prstGeom>
        </p:spPr>
        <p:txBody>
          <a:bodyPr lIns="0"/>
          <a:lstStyle>
            <a:lvl1pPr marL="0" indent="0">
              <a:buNone/>
              <a:defRPr sz="3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1" name="Text Placeholder 11">
            <a:extLst>
              <a:ext uri="{FF2B5EF4-FFF2-40B4-BE49-F238E27FC236}">
                <a16:creationId xmlns:a16="http://schemas.microsoft.com/office/drawing/2014/main" id="{BBB2515E-CCC1-9843-1DA5-046C3AD7CF3C}"/>
              </a:ext>
            </a:extLst>
          </p:cNvPr>
          <p:cNvSpPr>
            <a:spLocks noGrp="1"/>
          </p:cNvSpPr>
          <p:nvPr>
            <p:ph type="body" sz="quarter" idx="16" hasCustomPrompt="1"/>
          </p:nvPr>
        </p:nvSpPr>
        <p:spPr>
          <a:xfrm>
            <a:off x="6185293" y="1280790"/>
            <a:ext cx="964807" cy="683009"/>
          </a:xfrm>
          <a:prstGeom prst="rect">
            <a:avLst/>
          </a:prstGeom>
        </p:spPr>
        <p:txBody>
          <a:bodyPr lIns="0" anchor="ctr"/>
          <a:lstStyle>
            <a:lvl1pPr marL="0" indent="0">
              <a:buNone/>
              <a:defRPr sz="48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01</a:t>
            </a:r>
          </a:p>
        </p:txBody>
      </p:sp>
      <p:sp>
        <p:nvSpPr>
          <p:cNvPr id="22" name="Text Placeholder 11">
            <a:extLst>
              <a:ext uri="{FF2B5EF4-FFF2-40B4-BE49-F238E27FC236}">
                <a16:creationId xmlns:a16="http://schemas.microsoft.com/office/drawing/2014/main" id="{714EDCC7-F163-2C3D-AB21-5BFED2A1A221}"/>
              </a:ext>
            </a:extLst>
          </p:cNvPr>
          <p:cNvSpPr>
            <a:spLocks noGrp="1"/>
          </p:cNvSpPr>
          <p:nvPr>
            <p:ph type="body" sz="quarter" idx="17" hasCustomPrompt="1"/>
          </p:nvPr>
        </p:nvSpPr>
        <p:spPr>
          <a:xfrm>
            <a:off x="6185293" y="2210430"/>
            <a:ext cx="964807" cy="683009"/>
          </a:xfrm>
          <a:prstGeom prst="rect">
            <a:avLst/>
          </a:prstGeom>
        </p:spPr>
        <p:txBody>
          <a:bodyPr lIns="0" anchor="ctr"/>
          <a:lstStyle>
            <a:lvl1pPr marL="0" indent="0">
              <a:buNone/>
              <a:defRPr sz="48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02</a:t>
            </a:r>
          </a:p>
        </p:txBody>
      </p:sp>
      <p:sp>
        <p:nvSpPr>
          <p:cNvPr id="23" name="Text Placeholder 11">
            <a:extLst>
              <a:ext uri="{FF2B5EF4-FFF2-40B4-BE49-F238E27FC236}">
                <a16:creationId xmlns:a16="http://schemas.microsoft.com/office/drawing/2014/main" id="{BDCC65DF-7AA0-8785-6174-F5276A6CC355}"/>
              </a:ext>
            </a:extLst>
          </p:cNvPr>
          <p:cNvSpPr>
            <a:spLocks noGrp="1"/>
          </p:cNvSpPr>
          <p:nvPr>
            <p:ph type="body" sz="quarter" idx="18" hasCustomPrompt="1"/>
          </p:nvPr>
        </p:nvSpPr>
        <p:spPr>
          <a:xfrm>
            <a:off x="6185293" y="3094350"/>
            <a:ext cx="964807" cy="683009"/>
          </a:xfrm>
          <a:prstGeom prst="rect">
            <a:avLst/>
          </a:prstGeom>
        </p:spPr>
        <p:txBody>
          <a:bodyPr lIns="0" anchor="ctr"/>
          <a:lstStyle>
            <a:lvl1pPr marL="0" indent="0">
              <a:buNone/>
              <a:defRPr sz="48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03</a:t>
            </a:r>
          </a:p>
        </p:txBody>
      </p:sp>
      <p:sp>
        <p:nvSpPr>
          <p:cNvPr id="24" name="Text Placeholder 11">
            <a:extLst>
              <a:ext uri="{FF2B5EF4-FFF2-40B4-BE49-F238E27FC236}">
                <a16:creationId xmlns:a16="http://schemas.microsoft.com/office/drawing/2014/main" id="{2FDA9932-A5C9-953C-CA02-F6CD56C8AC18}"/>
              </a:ext>
            </a:extLst>
          </p:cNvPr>
          <p:cNvSpPr>
            <a:spLocks noGrp="1"/>
          </p:cNvSpPr>
          <p:nvPr>
            <p:ph type="body" sz="quarter" idx="19" hasCustomPrompt="1"/>
          </p:nvPr>
        </p:nvSpPr>
        <p:spPr>
          <a:xfrm>
            <a:off x="6185293" y="4023990"/>
            <a:ext cx="964807" cy="683009"/>
          </a:xfrm>
          <a:prstGeom prst="rect">
            <a:avLst/>
          </a:prstGeom>
        </p:spPr>
        <p:txBody>
          <a:bodyPr lIns="0" anchor="ctr"/>
          <a:lstStyle>
            <a:lvl1pPr marL="0" indent="0">
              <a:buNone/>
              <a:defRPr sz="48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04</a:t>
            </a:r>
          </a:p>
        </p:txBody>
      </p:sp>
      <p:sp>
        <p:nvSpPr>
          <p:cNvPr id="25" name="Text Placeholder 11">
            <a:extLst>
              <a:ext uri="{FF2B5EF4-FFF2-40B4-BE49-F238E27FC236}">
                <a16:creationId xmlns:a16="http://schemas.microsoft.com/office/drawing/2014/main" id="{AA8A4A6A-0CAC-2FC0-3405-6C8AABC7693D}"/>
              </a:ext>
            </a:extLst>
          </p:cNvPr>
          <p:cNvSpPr>
            <a:spLocks noGrp="1"/>
          </p:cNvSpPr>
          <p:nvPr>
            <p:ph type="body" sz="quarter" idx="20" hasCustomPrompt="1"/>
          </p:nvPr>
        </p:nvSpPr>
        <p:spPr>
          <a:xfrm>
            <a:off x="6185293" y="4938390"/>
            <a:ext cx="964807" cy="683009"/>
          </a:xfrm>
          <a:prstGeom prst="rect">
            <a:avLst/>
          </a:prstGeom>
        </p:spPr>
        <p:txBody>
          <a:bodyPr lIns="0" anchor="ctr"/>
          <a:lstStyle>
            <a:lvl1pPr marL="0" indent="0">
              <a:buNone/>
              <a:defRPr sz="48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05</a:t>
            </a:r>
          </a:p>
        </p:txBody>
      </p:sp>
      <p:grpSp>
        <p:nvGrpSpPr>
          <p:cNvPr id="11" name="Group 10">
            <a:extLst>
              <a:ext uri="{FF2B5EF4-FFF2-40B4-BE49-F238E27FC236}">
                <a16:creationId xmlns:a16="http://schemas.microsoft.com/office/drawing/2014/main" id="{1B895785-86FC-1FA0-CF04-D0A21EC2CDD4}"/>
              </a:ext>
            </a:extLst>
          </p:cNvPr>
          <p:cNvGrpSpPr/>
          <p:nvPr userDrawn="1"/>
        </p:nvGrpSpPr>
        <p:grpSpPr>
          <a:xfrm>
            <a:off x="222513" y="236521"/>
            <a:ext cx="2061673" cy="263931"/>
            <a:chOff x="216575" y="248397"/>
            <a:chExt cx="2061673" cy="263931"/>
          </a:xfrm>
        </p:grpSpPr>
        <p:sp>
          <p:nvSpPr>
            <p:cNvPr id="12" name="TextBox 11">
              <a:extLst>
                <a:ext uri="{FF2B5EF4-FFF2-40B4-BE49-F238E27FC236}">
                  <a16:creationId xmlns:a16="http://schemas.microsoft.com/office/drawing/2014/main" id="{4D792FE8-2F4D-F41D-39BF-FF4A17258A42}"/>
                </a:ext>
              </a:extLst>
            </p:cNvPr>
            <p:cNvSpPr txBox="1"/>
            <p:nvPr/>
          </p:nvSpPr>
          <p:spPr>
            <a:xfrm>
              <a:off x="216575" y="248397"/>
              <a:ext cx="629990" cy="253916"/>
            </a:xfrm>
            <a:prstGeom prst="rect">
              <a:avLst/>
            </a:prstGeom>
            <a:noFill/>
          </p:spPr>
          <p:txBody>
            <a:bodyPr wrap="square" rtlCol="0">
              <a:spAutoFit/>
            </a:bodyPr>
            <a:lstStyle/>
            <a:p>
              <a:r>
                <a:rPr lang="en-US" sz="1050" b="1" i="1" err="1">
                  <a:solidFill>
                    <a:schemeClr val="bg1"/>
                  </a:solidFill>
                  <a:latin typeface="Myriad Pro Light" panose="020B0403030403020204" pitchFamily="34" charset="0"/>
                </a:rPr>
                <a:t>entelect</a:t>
              </a:r>
              <a:endParaRPr lang="en-US" sz="1050" b="1" i="1">
                <a:solidFill>
                  <a:schemeClr val="bg1"/>
                </a:solidFill>
                <a:latin typeface="Myriad Pro Light" panose="020B0403030403020204" pitchFamily="34" charset="0"/>
              </a:endParaRPr>
            </a:p>
          </p:txBody>
        </p:sp>
        <p:sp>
          <p:nvSpPr>
            <p:cNvPr id="13" name="TextBox 12">
              <a:extLst>
                <a:ext uri="{FF2B5EF4-FFF2-40B4-BE49-F238E27FC236}">
                  <a16:creationId xmlns:a16="http://schemas.microsoft.com/office/drawing/2014/main" id="{E9CB0FAD-806E-C8A2-E7A6-07F90D8B98D4}"/>
                </a:ext>
              </a:extLst>
            </p:cNvPr>
            <p:cNvSpPr txBox="1"/>
            <p:nvPr/>
          </p:nvSpPr>
          <p:spPr>
            <a:xfrm>
              <a:off x="805065" y="248397"/>
              <a:ext cx="161955" cy="230832"/>
            </a:xfrm>
            <a:prstGeom prst="rect">
              <a:avLst/>
            </a:prstGeom>
            <a:noFill/>
          </p:spPr>
          <p:txBody>
            <a:bodyPr wrap="square" rtlCol="0">
              <a:spAutoFit/>
            </a:bodyPr>
            <a:lstStyle/>
            <a:p>
              <a:pPr algn="ctr"/>
              <a:r>
                <a:rPr lang="en-US" sz="900" b="1" i="1">
                  <a:solidFill>
                    <a:schemeClr val="bg1"/>
                  </a:solidFill>
                  <a:latin typeface="Myriad Pro Light" panose="020B0403030403020204" pitchFamily="34" charset="0"/>
                </a:rPr>
                <a:t>|</a:t>
              </a:r>
            </a:p>
          </p:txBody>
        </p:sp>
        <p:sp>
          <p:nvSpPr>
            <p:cNvPr id="14" name="TextBox 13">
              <a:extLst>
                <a:ext uri="{FF2B5EF4-FFF2-40B4-BE49-F238E27FC236}">
                  <a16:creationId xmlns:a16="http://schemas.microsoft.com/office/drawing/2014/main" id="{9EEBA8C2-CC48-1FFE-25CE-949C2F4E1988}"/>
                </a:ext>
              </a:extLst>
            </p:cNvPr>
            <p:cNvSpPr txBox="1"/>
            <p:nvPr/>
          </p:nvSpPr>
          <p:spPr>
            <a:xfrm>
              <a:off x="895567" y="250718"/>
              <a:ext cx="1382681" cy="261610"/>
            </a:xfrm>
            <a:prstGeom prst="rect">
              <a:avLst/>
            </a:prstGeom>
            <a:noFill/>
          </p:spPr>
          <p:txBody>
            <a:bodyPr wrap="square" rtlCol="0">
              <a:spAutoFit/>
            </a:bodyPr>
            <a:lstStyle/>
            <a:p>
              <a:r>
                <a:rPr lang="en-US" sz="1100" i="1">
                  <a:solidFill>
                    <a:schemeClr val="bg1"/>
                  </a:solidFill>
                  <a:latin typeface="Myriad Pro Light" panose="020B0403030403020204" pitchFamily="34" charset="0"/>
                </a:rPr>
                <a:t>everything</a:t>
              </a:r>
              <a:r>
                <a:rPr lang="en-US" sz="1050" i="1">
                  <a:solidFill>
                    <a:schemeClr val="bg1"/>
                  </a:solidFill>
                  <a:latin typeface="Myriad Pro Light" panose="020B0403030403020204" pitchFamily="34" charset="0"/>
                </a:rPr>
                <a:t> is possible</a:t>
              </a:r>
            </a:p>
          </p:txBody>
        </p:sp>
      </p:grpSp>
      <p:pic>
        <p:nvPicPr>
          <p:cNvPr id="15" name="Picture 14" descr="A white letter e in a black background&#10;&#10;AI-generated content may be incorrect.">
            <a:extLst>
              <a:ext uri="{FF2B5EF4-FFF2-40B4-BE49-F238E27FC236}">
                <a16:creationId xmlns:a16="http://schemas.microsoft.com/office/drawing/2014/main" id="{E86EA841-0A8C-FEAD-99AA-E9503110E208}"/>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6" name="TextBox 5">
            <a:extLst>
              <a:ext uri="{FF2B5EF4-FFF2-40B4-BE49-F238E27FC236}">
                <a16:creationId xmlns:a16="http://schemas.microsoft.com/office/drawing/2014/main" id="{10267560-57EF-15DF-F017-76CCA43DF111}"/>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16069853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7" name="Picture 6" descr="A green and blue light&#10;&#10;AI-generated content may be incorrect.">
            <a:extLst>
              <a:ext uri="{FF2B5EF4-FFF2-40B4-BE49-F238E27FC236}">
                <a16:creationId xmlns:a16="http://schemas.microsoft.com/office/drawing/2014/main" id="{2E701C76-F246-12BB-8A19-BFDE545B3C79}"/>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2467" y="0"/>
            <a:ext cx="12189533" cy="6859388"/>
          </a:xfrm>
          <a:prstGeom prst="rect">
            <a:avLst/>
          </a:prstGeom>
        </p:spPr>
      </p:pic>
      <p:cxnSp>
        <p:nvCxnSpPr>
          <p:cNvPr id="3" name="Straight Connector 2">
            <a:extLst>
              <a:ext uri="{FF2B5EF4-FFF2-40B4-BE49-F238E27FC236}">
                <a16:creationId xmlns:a16="http://schemas.microsoft.com/office/drawing/2014/main" id="{EA9BD295-5CD9-A275-2D64-B7C6C0FD2080}"/>
              </a:ext>
            </a:extLst>
          </p:cNvPr>
          <p:cNvCxnSpPr>
            <a:cxnSpLocks/>
          </p:cNvCxnSpPr>
          <p:nvPr userDrawn="1"/>
        </p:nvCxnSpPr>
        <p:spPr>
          <a:xfrm>
            <a:off x="305905" y="1507708"/>
            <a:ext cx="1016816" cy="0"/>
          </a:xfrm>
          <a:prstGeom prst="line">
            <a:avLst/>
          </a:prstGeom>
          <a:ln w="28575">
            <a:solidFill>
              <a:srgbClr val="A1BF24"/>
            </a:solidFill>
          </a:ln>
        </p:spPr>
        <p:style>
          <a:lnRef idx="1">
            <a:schemeClr val="accent6"/>
          </a:lnRef>
          <a:fillRef idx="0">
            <a:schemeClr val="accent6"/>
          </a:fillRef>
          <a:effectRef idx="0">
            <a:schemeClr val="accent6"/>
          </a:effectRef>
          <a:fontRef idx="minor">
            <a:schemeClr val="tx1"/>
          </a:fontRef>
        </p:style>
      </p:cxnSp>
      <p:sp>
        <p:nvSpPr>
          <p:cNvPr id="6" name="Text Placeholder 11">
            <a:extLst>
              <a:ext uri="{FF2B5EF4-FFF2-40B4-BE49-F238E27FC236}">
                <a16:creationId xmlns:a16="http://schemas.microsoft.com/office/drawing/2014/main" id="{07850687-4D77-7242-E3C2-90A1F88E939D}"/>
              </a:ext>
            </a:extLst>
          </p:cNvPr>
          <p:cNvSpPr>
            <a:spLocks noGrp="1"/>
          </p:cNvSpPr>
          <p:nvPr>
            <p:ph type="body" sz="quarter" idx="11" hasCustomPrompt="1"/>
          </p:nvPr>
        </p:nvSpPr>
        <p:spPr>
          <a:xfrm>
            <a:off x="314613" y="824888"/>
            <a:ext cx="6856207" cy="490643"/>
          </a:xfrm>
          <a:prstGeom prst="rect">
            <a:avLst/>
          </a:prstGeom>
        </p:spPr>
        <p:txBody>
          <a:bodyPr lIns="0"/>
          <a:lstStyle>
            <a:lvl1pPr marL="0" indent="0">
              <a:buNone/>
              <a:defRPr sz="40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2" name="Text Placeholder 11">
            <a:extLst>
              <a:ext uri="{FF2B5EF4-FFF2-40B4-BE49-F238E27FC236}">
                <a16:creationId xmlns:a16="http://schemas.microsoft.com/office/drawing/2014/main" id="{A399FFE0-B826-DDFB-5DB4-F95B7CACA9CE}"/>
              </a:ext>
            </a:extLst>
          </p:cNvPr>
          <p:cNvSpPr>
            <a:spLocks noGrp="1"/>
          </p:cNvSpPr>
          <p:nvPr>
            <p:ph type="body" sz="quarter" idx="12" hasCustomPrompt="1"/>
          </p:nvPr>
        </p:nvSpPr>
        <p:spPr>
          <a:xfrm>
            <a:off x="315633" y="1703301"/>
            <a:ext cx="5937342" cy="1019884"/>
          </a:xfrm>
          <a:prstGeom prst="rect">
            <a:avLst/>
          </a:prstGeom>
        </p:spPr>
        <p:txBody>
          <a:bodyPr lIns="0"/>
          <a:lstStyle>
            <a:lvl1pPr marL="0" indent="0">
              <a:buNone/>
              <a:defRPr sz="1200" b="0" i="0">
                <a:solidFill>
                  <a:schemeClr val="bg1"/>
                </a:solidFill>
                <a:latin typeface="Myriad Pro Light" panose="020B0403030403020204" pitchFamily="34" charset="0"/>
              </a:defRPr>
            </a:lvl1pPr>
            <a:lvl2pPr>
              <a:defRPr sz="6000"/>
            </a:lvl2pPr>
            <a:lvl3pPr>
              <a:defRPr sz="6000"/>
            </a:lvl3pPr>
            <a:lvl4pPr>
              <a:defRPr sz="6000"/>
            </a:lvl4pPr>
            <a:lvl5pPr>
              <a:defRPr sz="6000"/>
            </a:lvl5pPr>
          </a:lstStyle>
          <a:p>
            <a:r>
              <a:rPr lang="en-ZA" sz="1200">
                <a:solidFill>
                  <a:schemeClr val="bg1"/>
                </a:solidFill>
                <a:effectLst/>
                <a:latin typeface="Myriad Pro Light" panose="020B0403030403020204" pitchFamily="34" charset="0"/>
              </a:rPr>
              <a:t>Lorem ipsum </a:t>
            </a:r>
            <a:r>
              <a:rPr lang="en-ZA" sz="1200" err="1">
                <a:solidFill>
                  <a:schemeClr val="bg1"/>
                </a:solidFill>
                <a:effectLst/>
                <a:latin typeface="Myriad Pro Light" panose="020B0403030403020204" pitchFamily="34" charset="0"/>
              </a:rPr>
              <a:t>dolor</a:t>
            </a:r>
            <a:r>
              <a:rPr lang="en-ZA" sz="1200">
                <a:solidFill>
                  <a:schemeClr val="bg1"/>
                </a:solidFill>
                <a:effectLst/>
                <a:latin typeface="Myriad Pro Light" panose="020B0403030403020204" pitchFamily="34" charset="0"/>
              </a:rPr>
              <a:t> sit </a:t>
            </a:r>
            <a:r>
              <a:rPr lang="en-ZA" sz="1200" err="1">
                <a:solidFill>
                  <a:schemeClr val="bg1"/>
                </a:solidFill>
                <a:effectLst/>
                <a:latin typeface="Myriad Pro Light" panose="020B0403030403020204" pitchFamily="34" charset="0"/>
              </a:rPr>
              <a:t>amet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consectetur</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adipiscing</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elit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sed</a:t>
            </a:r>
            <a:r>
              <a:rPr lang="en-ZA" sz="1200">
                <a:solidFill>
                  <a:schemeClr val="bg1"/>
                </a:solidFill>
                <a:effectLst/>
                <a:latin typeface="Myriad Pro Light" panose="020B0403030403020204" pitchFamily="34" charset="0"/>
              </a:rPr>
              <a:t> do </a:t>
            </a:r>
            <a:r>
              <a:rPr lang="en-ZA" sz="1200" err="1">
                <a:solidFill>
                  <a:schemeClr val="bg1"/>
                </a:solidFill>
                <a:effectLst/>
                <a:latin typeface="Myriad Pro Light" panose="020B0403030403020204" pitchFamily="34" charset="0"/>
              </a:rPr>
              <a:t>eiusmod</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tempor</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incididunt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ut</a:t>
            </a:r>
            <a:r>
              <a:rPr lang="en-ZA" sz="1200">
                <a:solidFill>
                  <a:schemeClr val="bg1"/>
                </a:solidFill>
                <a:effectLst/>
                <a:latin typeface="Myriad Pro Light" panose="020B0403030403020204" pitchFamily="34" charset="0"/>
              </a:rPr>
              <a:t> labore et dolore magna </a:t>
            </a:r>
            <a:r>
              <a:rPr lang="en-ZA" sz="1200" err="1">
                <a:solidFill>
                  <a:schemeClr val="bg1"/>
                </a:solidFill>
                <a:effectLst/>
                <a:latin typeface="Myriad Pro Light" panose="020B0403030403020204" pitchFamily="34" charset="0"/>
              </a:rPr>
              <a:t>aliqua</a:t>
            </a:r>
            <a:r>
              <a:rPr lang="en-ZA" sz="1200">
                <a:solidFill>
                  <a:schemeClr val="bg1"/>
                </a:solidFill>
                <a:effectLst/>
                <a:latin typeface="Myriad Pro Light" panose="020B0403030403020204" pitchFamily="34" charset="0"/>
              </a:rPr>
              <a:t>. Ut </a:t>
            </a:r>
            <a:r>
              <a:rPr lang="en-ZA" sz="1200" err="1">
                <a:solidFill>
                  <a:schemeClr val="bg1"/>
                </a:solidFill>
                <a:effectLst/>
                <a:latin typeface="Myriad Pro Light" panose="020B0403030403020204" pitchFamily="34" charset="0"/>
              </a:rPr>
              <a:t>enim</a:t>
            </a:r>
            <a:r>
              <a:rPr lang="en-ZA" sz="1200">
                <a:solidFill>
                  <a:schemeClr val="bg1"/>
                </a:solidFill>
                <a:effectLst/>
                <a:latin typeface="Myriad Pro Light" panose="020B0403030403020204" pitchFamily="34" charset="0"/>
              </a:rPr>
              <a:t> ad minim </a:t>
            </a:r>
            <a:r>
              <a:rPr lang="en-ZA" sz="1200" err="1">
                <a:solidFill>
                  <a:schemeClr val="bg1"/>
                </a:solidFill>
                <a:effectLst/>
                <a:latin typeface="Myriad Pro Light" panose="020B0403030403020204" pitchFamily="34" charset="0"/>
              </a:rPr>
              <a:t>veniam</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quis</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nostrud</a:t>
            </a:r>
            <a:r>
              <a:rPr lang="en-ZA" sz="1200">
                <a:solidFill>
                  <a:schemeClr val="bg1"/>
                </a:solidFill>
                <a:effectLst/>
                <a:latin typeface="Myriad Pro Light" panose="020B0403030403020204" pitchFamily="34" charset="0"/>
              </a:rPr>
              <a:t> exercitation </a:t>
            </a:r>
            <a:r>
              <a:rPr lang="en-ZA" sz="1200" err="1">
                <a:solidFill>
                  <a:schemeClr val="bg1"/>
                </a:solidFill>
                <a:effectLst/>
                <a:latin typeface="Myriad Pro Light" panose="020B0403030403020204" pitchFamily="34" charset="0"/>
              </a:rPr>
              <a:t>ullamco</a:t>
            </a:r>
            <a:r>
              <a:rPr lang="en-ZA" sz="1200">
                <a:solidFill>
                  <a:schemeClr val="bg1"/>
                </a:solidFill>
                <a:effectLst/>
                <a:latin typeface="Myriad Pro Light" panose="020B0403030403020204" pitchFamily="34" charset="0"/>
              </a:rPr>
              <a:t>. </a:t>
            </a:r>
            <a:br>
              <a:rPr lang="en-ZA" sz="1200">
                <a:solidFill>
                  <a:schemeClr val="bg1"/>
                </a:solidFill>
                <a:effectLst/>
                <a:latin typeface="Myriad Pro Light" panose="020B0403030403020204" pitchFamily="34" charset="0"/>
              </a:rPr>
            </a:br>
            <a:br>
              <a:rPr lang="en-ZA" sz="1200">
                <a:solidFill>
                  <a:schemeClr val="bg1"/>
                </a:solidFill>
                <a:effectLst/>
                <a:latin typeface="Myriad Pro Light" panose="020B0403030403020204" pitchFamily="34" charset="0"/>
              </a:rPr>
            </a:br>
            <a:r>
              <a:rPr lang="en-ZA" sz="1200" err="1">
                <a:solidFill>
                  <a:schemeClr val="bg1"/>
                </a:solidFill>
                <a:effectLst/>
                <a:latin typeface="Myriad Pro Light" panose="020B0403030403020204" pitchFamily="34" charset="0"/>
              </a:rPr>
              <a:t>Laboris</a:t>
            </a:r>
            <a:r>
              <a:rPr lang="en-ZA" sz="1200">
                <a:solidFill>
                  <a:schemeClr val="bg1"/>
                </a:solidFill>
                <a:effectLst/>
                <a:latin typeface="Myriad Pro Light" panose="020B0403030403020204" pitchFamily="34" charset="0"/>
              </a:rPr>
              <a:t> nisi </a:t>
            </a:r>
            <a:r>
              <a:rPr lang="en-ZA" sz="1200" err="1">
                <a:solidFill>
                  <a:schemeClr val="bg1"/>
                </a:solidFill>
                <a:effectLst/>
                <a:latin typeface="Myriad Pro Light" panose="020B0403030403020204" pitchFamily="34" charset="0"/>
              </a:rPr>
              <a:t>ut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aliquip</a:t>
            </a:r>
            <a:r>
              <a:rPr lang="en-ZA" sz="1200">
                <a:solidFill>
                  <a:schemeClr val="bg1"/>
                </a:solidFill>
                <a:effectLst/>
                <a:latin typeface="Myriad Pro Light" panose="020B0403030403020204" pitchFamily="34" charset="0"/>
              </a:rPr>
              <a:t> ex </a:t>
            </a:r>
            <a:r>
              <a:rPr lang="en-ZA" sz="1200" err="1">
                <a:solidFill>
                  <a:schemeClr val="bg1"/>
                </a:solidFill>
                <a:effectLst/>
                <a:latin typeface="Myriad Pro Light" panose="020B0403030403020204" pitchFamily="34" charset="0"/>
              </a:rPr>
              <a:t>ea</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commodo</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consequat</a:t>
            </a:r>
            <a:r>
              <a:rPr lang="en-ZA" sz="1200">
                <a:solidFill>
                  <a:schemeClr val="bg1"/>
                </a:solidFill>
                <a:effectLst/>
                <a:latin typeface="Myriad Pro Light" panose="020B0403030403020204" pitchFamily="34" charset="0"/>
              </a:rPr>
              <a:t>. Duis </a:t>
            </a:r>
            <a:r>
              <a:rPr lang="en-ZA" sz="1200" err="1">
                <a:solidFill>
                  <a:schemeClr val="bg1"/>
                </a:solidFill>
                <a:effectLst/>
                <a:latin typeface="Myriad Pro Light" panose="020B0403030403020204" pitchFamily="34" charset="0"/>
              </a:rPr>
              <a:t>aute</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irure</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dolor</a:t>
            </a:r>
            <a:r>
              <a:rPr lang="en-ZA" sz="1200">
                <a:solidFill>
                  <a:schemeClr val="bg1"/>
                </a:solidFill>
                <a:effectLst/>
                <a:latin typeface="Myriad Pro Light" panose="020B0403030403020204" pitchFamily="34" charset="0"/>
              </a:rPr>
              <a:t> in </a:t>
            </a:r>
            <a:r>
              <a:rPr lang="en-ZA" sz="1200" err="1">
                <a:solidFill>
                  <a:schemeClr val="bg1"/>
                </a:solidFill>
                <a:effectLst/>
                <a:latin typeface="Myriad Pro Light" panose="020B0403030403020204" pitchFamily="34" charset="0"/>
              </a:rPr>
              <a:t>reprehenderit</a:t>
            </a:r>
            <a:r>
              <a:rPr lang="en-ZA" sz="1200">
                <a:solidFill>
                  <a:schemeClr val="bg1"/>
                </a:solidFill>
                <a:effectLst/>
                <a:latin typeface="Myriad Pro Light" panose="020B0403030403020204" pitchFamily="34" charset="0"/>
              </a:rPr>
              <a:t> in </a:t>
            </a:r>
            <a:r>
              <a:rPr lang="en-ZA" sz="1200" err="1">
                <a:solidFill>
                  <a:schemeClr val="bg1"/>
                </a:solidFill>
                <a:effectLst/>
                <a:latin typeface="Myriad Pro Light" panose="020B0403030403020204" pitchFamily="34" charset="0"/>
              </a:rPr>
              <a:t>voluptate</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velit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esse</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cillum</a:t>
            </a:r>
            <a:r>
              <a:rPr lang="en-ZA" sz="1200">
                <a:solidFill>
                  <a:schemeClr val="bg1"/>
                </a:solidFill>
                <a:effectLst/>
                <a:latin typeface="Myriad Pro Light" panose="020B0403030403020204" pitchFamily="34" charset="0"/>
              </a:rPr>
              <a:t> dolore </a:t>
            </a:r>
            <a:r>
              <a:rPr lang="en-ZA" sz="1200" err="1">
                <a:solidFill>
                  <a:schemeClr val="bg1"/>
                </a:solidFill>
                <a:effectLst/>
                <a:latin typeface="Myriad Pro Light" panose="020B0403030403020204" pitchFamily="34" charset="0"/>
              </a:rPr>
              <a:t>eu</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fugiat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nulla</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pariatur</a:t>
            </a:r>
            <a:r>
              <a:rPr lang="en-ZA" sz="1200">
                <a:solidFill>
                  <a:schemeClr val="bg1"/>
                </a:solidFill>
                <a:effectLst/>
                <a:latin typeface="Myriad Pro Light" panose="020B0403030403020204" pitchFamily="34" charset="0"/>
              </a:rPr>
              <a:t>. </a:t>
            </a:r>
            <a:endParaRPr lang="en-US" sz="1200">
              <a:solidFill>
                <a:schemeClr val="bg1"/>
              </a:solidFill>
              <a:latin typeface="Myriad Pro Light" panose="020B0403030403020204" pitchFamily="34" charset="0"/>
            </a:endParaRPr>
          </a:p>
        </p:txBody>
      </p:sp>
      <p:pic>
        <p:nvPicPr>
          <p:cNvPr id="13" name="Picture 12" descr="A white letter e in a black background&#10;&#10;AI-generated content may be incorrect.">
            <a:extLst>
              <a:ext uri="{FF2B5EF4-FFF2-40B4-BE49-F238E27FC236}">
                <a16:creationId xmlns:a16="http://schemas.microsoft.com/office/drawing/2014/main" id="{473815B9-2227-1EB8-8633-5ACE4DC8E890}"/>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14" name="TextBox 13">
            <a:extLst>
              <a:ext uri="{FF2B5EF4-FFF2-40B4-BE49-F238E27FC236}">
                <a16:creationId xmlns:a16="http://schemas.microsoft.com/office/drawing/2014/main" id="{A96FFF2E-F2D7-ACE3-0A98-3D5C2447A44D}"/>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5" name="Straight Connector 14">
            <a:extLst>
              <a:ext uri="{FF2B5EF4-FFF2-40B4-BE49-F238E27FC236}">
                <a16:creationId xmlns:a16="http://schemas.microsoft.com/office/drawing/2014/main" id="{7C0B245F-59E5-320D-4677-4B0E243C2D7F}"/>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D685B3E5-731E-082C-33FC-BAF3AE527D8D}"/>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4" name="TextBox 3">
            <a:extLst>
              <a:ext uri="{FF2B5EF4-FFF2-40B4-BE49-F238E27FC236}">
                <a16:creationId xmlns:a16="http://schemas.microsoft.com/office/drawing/2014/main" id="{535D03F6-2DF4-3F2D-B9AD-75B1F676A854}"/>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471164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pic>
        <p:nvPicPr>
          <p:cNvPr id="8" name="Picture 7" descr="A blue and green gradient&#10;&#10;AI-generated content may be incorrect.">
            <a:extLst>
              <a:ext uri="{FF2B5EF4-FFF2-40B4-BE49-F238E27FC236}">
                <a16:creationId xmlns:a16="http://schemas.microsoft.com/office/drawing/2014/main" id="{29D2C9D2-06C7-70D8-7A3D-6E73D132A88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16" name="Picture 15" descr="A white letter e in a black background&#10;&#10;AI-generated content may be incorrect.">
            <a:extLst>
              <a:ext uri="{FF2B5EF4-FFF2-40B4-BE49-F238E27FC236}">
                <a16:creationId xmlns:a16="http://schemas.microsoft.com/office/drawing/2014/main" id="{7FECFB4D-64FA-DEF8-120B-8B357D1B587D}"/>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18" name="TextBox 17">
            <a:extLst>
              <a:ext uri="{FF2B5EF4-FFF2-40B4-BE49-F238E27FC236}">
                <a16:creationId xmlns:a16="http://schemas.microsoft.com/office/drawing/2014/main" id="{CE13AE3D-6EC1-B75F-2963-29F82060DF6E}"/>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9" name="Straight Connector 18">
            <a:extLst>
              <a:ext uri="{FF2B5EF4-FFF2-40B4-BE49-F238E27FC236}">
                <a16:creationId xmlns:a16="http://schemas.microsoft.com/office/drawing/2014/main" id="{34E4F12E-8193-5083-E72A-6B4AB24F4C22}"/>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A648DDB5-4FA4-425E-673A-C145B8F36C42}"/>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23" name="TextBox 22">
            <a:extLst>
              <a:ext uri="{FF2B5EF4-FFF2-40B4-BE49-F238E27FC236}">
                <a16:creationId xmlns:a16="http://schemas.microsoft.com/office/drawing/2014/main" id="{94BC2E4E-E8F7-C218-8214-67295B8BC093}"/>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cxnSp>
        <p:nvCxnSpPr>
          <p:cNvPr id="24" name="Straight Connector 23">
            <a:extLst>
              <a:ext uri="{FF2B5EF4-FFF2-40B4-BE49-F238E27FC236}">
                <a16:creationId xmlns:a16="http://schemas.microsoft.com/office/drawing/2014/main" id="{B888898C-3CD4-77F4-E360-CD6B73840A37}"/>
              </a:ext>
            </a:extLst>
          </p:cNvPr>
          <p:cNvCxnSpPr>
            <a:cxnSpLocks/>
          </p:cNvCxnSpPr>
          <p:nvPr userDrawn="1"/>
        </p:nvCxnSpPr>
        <p:spPr>
          <a:xfrm>
            <a:off x="305905" y="1507708"/>
            <a:ext cx="1016816" cy="0"/>
          </a:xfrm>
          <a:prstGeom prst="line">
            <a:avLst/>
          </a:prstGeom>
          <a:ln w="28575">
            <a:solidFill>
              <a:srgbClr val="A1BF24"/>
            </a:solidFill>
          </a:ln>
        </p:spPr>
        <p:style>
          <a:lnRef idx="1">
            <a:schemeClr val="accent6"/>
          </a:lnRef>
          <a:fillRef idx="0">
            <a:schemeClr val="accent6"/>
          </a:fillRef>
          <a:effectRef idx="0">
            <a:schemeClr val="accent6"/>
          </a:effectRef>
          <a:fontRef idx="minor">
            <a:schemeClr val="tx1"/>
          </a:fontRef>
        </p:style>
      </p:cxnSp>
      <p:sp>
        <p:nvSpPr>
          <p:cNvPr id="25" name="Text Placeholder 11">
            <a:extLst>
              <a:ext uri="{FF2B5EF4-FFF2-40B4-BE49-F238E27FC236}">
                <a16:creationId xmlns:a16="http://schemas.microsoft.com/office/drawing/2014/main" id="{2F53BC22-0BB5-C4D4-F37B-F4F356EE606E}"/>
              </a:ext>
            </a:extLst>
          </p:cNvPr>
          <p:cNvSpPr>
            <a:spLocks noGrp="1"/>
          </p:cNvSpPr>
          <p:nvPr>
            <p:ph type="body" sz="quarter" idx="11" hasCustomPrompt="1"/>
          </p:nvPr>
        </p:nvSpPr>
        <p:spPr>
          <a:xfrm>
            <a:off x="314613" y="824888"/>
            <a:ext cx="6856207" cy="490643"/>
          </a:xfrm>
          <a:prstGeom prst="rect">
            <a:avLst/>
          </a:prstGeom>
        </p:spPr>
        <p:txBody>
          <a:bodyPr lIns="0"/>
          <a:lstStyle>
            <a:lvl1pPr marL="0" indent="0">
              <a:buNone/>
              <a:defRPr sz="40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6" name="Text Placeholder 11">
            <a:extLst>
              <a:ext uri="{FF2B5EF4-FFF2-40B4-BE49-F238E27FC236}">
                <a16:creationId xmlns:a16="http://schemas.microsoft.com/office/drawing/2014/main" id="{43F3AF5A-FDE4-D38F-B358-3FE08A889477}"/>
              </a:ext>
            </a:extLst>
          </p:cNvPr>
          <p:cNvSpPr>
            <a:spLocks noGrp="1"/>
          </p:cNvSpPr>
          <p:nvPr>
            <p:ph type="body" sz="quarter" idx="12" hasCustomPrompt="1"/>
          </p:nvPr>
        </p:nvSpPr>
        <p:spPr>
          <a:xfrm>
            <a:off x="315633" y="1703301"/>
            <a:ext cx="5937342" cy="1019884"/>
          </a:xfrm>
          <a:prstGeom prst="rect">
            <a:avLst/>
          </a:prstGeom>
        </p:spPr>
        <p:txBody>
          <a:bodyPr lIns="0"/>
          <a:lstStyle>
            <a:lvl1pPr marL="0" indent="0">
              <a:buNone/>
              <a:defRPr sz="1200" b="0" i="0">
                <a:solidFill>
                  <a:schemeClr val="bg1"/>
                </a:solidFill>
                <a:latin typeface="Myriad Pro Light" panose="020B0403030403020204" pitchFamily="34" charset="0"/>
              </a:defRPr>
            </a:lvl1pPr>
            <a:lvl2pPr>
              <a:defRPr sz="6000"/>
            </a:lvl2pPr>
            <a:lvl3pPr>
              <a:defRPr sz="6000"/>
            </a:lvl3pPr>
            <a:lvl4pPr>
              <a:defRPr sz="6000"/>
            </a:lvl4pPr>
            <a:lvl5pPr>
              <a:defRPr sz="6000"/>
            </a:lvl5pPr>
          </a:lstStyle>
          <a:p>
            <a:r>
              <a:rPr lang="en-ZA" sz="1200">
                <a:solidFill>
                  <a:schemeClr val="bg1"/>
                </a:solidFill>
                <a:effectLst/>
                <a:latin typeface="Myriad Pro Light" panose="020B0403030403020204" pitchFamily="34" charset="0"/>
              </a:rPr>
              <a:t>Lorem ipsum </a:t>
            </a:r>
            <a:r>
              <a:rPr lang="en-ZA" sz="1200" err="1">
                <a:solidFill>
                  <a:schemeClr val="bg1"/>
                </a:solidFill>
                <a:effectLst/>
                <a:latin typeface="Myriad Pro Light" panose="020B0403030403020204" pitchFamily="34" charset="0"/>
              </a:rPr>
              <a:t>dolor</a:t>
            </a:r>
            <a:r>
              <a:rPr lang="en-ZA" sz="1200">
                <a:solidFill>
                  <a:schemeClr val="bg1"/>
                </a:solidFill>
                <a:effectLst/>
                <a:latin typeface="Myriad Pro Light" panose="020B0403030403020204" pitchFamily="34" charset="0"/>
              </a:rPr>
              <a:t> sit </a:t>
            </a:r>
            <a:r>
              <a:rPr lang="en-ZA" sz="1200" err="1">
                <a:solidFill>
                  <a:schemeClr val="bg1"/>
                </a:solidFill>
                <a:effectLst/>
                <a:latin typeface="Myriad Pro Light" panose="020B0403030403020204" pitchFamily="34" charset="0"/>
              </a:rPr>
              <a:t>amet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consectetur</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adipiscing</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elit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sed</a:t>
            </a:r>
            <a:r>
              <a:rPr lang="en-ZA" sz="1200">
                <a:solidFill>
                  <a:schemeClr val="bg1"/>
                </a:solidFill>
                <a:effectLst/>
                <a:latin typeface="Myriad Pro Light" panose="020B0403030403020204" pitchFamily="34" charset="0"/>
              </a:rPr>
              <a:t> do </a:t>
            </a:r>
            <a:r>
              <a:rPr lang="en-ZA" sz="1200" err="1">
                <a:solidFill>
                  <a:schemeClr val="bg1"/>
                </a:solidFill>
                <a:effectLst/>
                <a:latin typeface="Myriad Pro Light" panose="020B0403030403020204" pitchFamily="34" charset="0"/>
              </a:rPr>
              <a:t>eiusmod</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tempor</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incididunt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ut</a:t>
            </a:r>
            <a:r>
              <a:rPr lang="en-ZA" sz="1200">
                <a:solidFill>
                  <a:schemeClr val="bg1"/>
                </a:solidFill>
                <a:effectLst/>
                <a:latin typeface="Myriad Pro Light" panose="020B0403030403020204" pitchFamily="34" charset="0"/>
              </a:rPr>
              <a:t> labore et dolore magna </a:t>
            </a:r>
            <a:r>
              <a:rPr lang="en-ZA" sz="1200" err="1">
                <a:solidFill>
                  <a:schemeClr val="bg1"/>
                </a:solidFill>
                <a:effectLst/>
                <a:latin typeface="Myriad Pro Light" panose="020B0403030403020204" pitchFamily="34" charset="0"/>
              </a:rPr>
              <a:t>aliqua</a:t>
            </a:r>
            <a:r>
              <a:rPr lang="en-ZA" sz="1200">
                <a:solidFill>
                  <a:schemeClr val="bg1"/>
                </a:solidFill>
                <a:effectLst/>
                <a:latin typeface="Myriad Pro Light" panose="020B0403030403020204" pitchFamily="34" charset="0"/>
              </a:rPr>
              <a:t>. Ut </a:t>
            </a:r>
            <a:r>
              <a:rPr lang="en-ZA" sz="1200" err="1">
                <a:solidFill>
                  <a:schemeClr val="bg1"/>
                </a:solidFill>
                <a:effectLst/>
                <a:latin typeface="Myriad Pro Light" panose="020B0403030403020204" pitchFamily="34" charset="0"/>
              </a:rPr>
              <a:t>enim</a:t>
            </a:r>
            <a:r>
              <a:rPr lang="en-ZA" sz="1200">
                <a:solidFill>
                  <a:schemeClr val="bg1"/>
                </a:solidFill>
                <a:effectLst/>
                <a:latin typeface="Myriad Pro Light" panose="020B0403030403020204" pitchFamily="34" charset="0"/>
              </a:rPr>
              <a:t> ad minim </a:t>
            </a:r>
            <a:r>
              <a:rPr lang="en-ZA" sz="1200" err="1">
                <a:solidFill>
                  <a:schemeClr val="bg1"/>
                </a:solidFill>
                <a:effectLst/>
                <a:latin typeface="Myriad Pro Light" panose="020B0403030403020204" pitchFamily="34" charset="0"/>
              </a:rPr>
              <a:t>veniam</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quis</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nostrud</a:t>
            </a:r>
            <a:r>
              <a:rPr lang="en-ZA" sz="1200">
                <a:solidFill>
                  <a:schemeClr val="bg1"/>
                </a:solidFill>
                <a:effectLst/>
                <a:latin typeface="Myriad Pro Light" panose="020B0403030403020204" pitchFamily="34" charset="0"/>
              </a:rPr>
              <a:t> exercitation </a:t>
            </a:r>
            <a:r>
              <a:rPr lang="en-ZA" sz="1200" err="1">
                <a:solidFill>
                  <a:schemeClr val="bg1"/>
                </a:solidFill>
                <a:effectLst/>
                <a:latin typeface="Myriad Pro Light" panose="020B0403030403020204" pitchFamily="34" charset="0"/>
              </a:rPr>
              <a:t>ullamco</a:t>
            </a:r>
            <a:r>
              <a:rPr lang="en-ZA" sz="1200">
                <a:solidFill>
                  <a:schemeClr val="bg1"/>
                </a:solidFill>
                <a:effectLst/>
                <a:latin typeface="Myriad Pro Light" panose="020B0403030403020204" pitchFamily="34" charset="0"/>
              </a:rPr>
              <a:t>. </a:t>
            </a:r>
            <a:br>
              <a:rPr lang="en-ZA" sz="1200">
                <a:solidFill>
                  <a:schemeClr val="bg1"/>
                </a:solidFill>
                <a:effectLst/>
                <a:latin typeface="Myriad Pro Light" panose="020B0403030403020204" pitchFamily="34" charset="0"/>
              </a:rPr>
            </a:br>
            <a:br>
              <a:rPr lang="en-ZA" sz="1200">
                <a:solidFill>
                  <a:schemeClr val="bg1"/>
                </a:solidFill>
                <a:effectLst/>
                <a:latin typeface="Myriad Pro Light" panose="020B0403030403020204" pitchFamily="34" charset="0"/>
              </a:rPr>
            </a:br>
            <a:r>
              <a:rPr lang="en-ZA" sz="1200" err="1">
                <a:solidFill>
                  <a:schemeClr val="bg1"/>
                </a:solidFill>
                <a:effectLst/>
                <a:latin typeface="Myriad Pro Light" panose="020B0403030403020204" pitchFamily="34" charset="0"/>
              </a:rPr>
              <a:t>Laboris</a:t>
            </a:r>
            <a:r>
              <a:rPr lang="en-ZA" sz="1200">
                <a:solidFill>
                  <a:schemeClr val="bg1"/>
                </a:solidFill>
                <a:effectLst/>
                <a:latin typeface="Myriad Pro Light" panose="020B0403030403020204" pitchFamily="34" charset="0"/>
              </a:rPr>
              <a:t> nisi </a:t>
            </a:r>
            <a:r>
              <a:rPr lang="en-ZA" sz="1200" err="1">
                <a:solidFill>
                  <a:schemeClr val="bg1"/>
                </a:solidFill>
                <a:effectLst/>
                <a:latin typeface="Myriad Pro Light" panose="020B0403030403020204" pitchFamily="34" charset="0"/>
              </a:rPr>
              <a:t>ut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aliquip</a:t>
            </a:r>
            <a:r>
              <a:rPr lang="en-ZA" sz="1200">
                <a:solidFill>
                  <a:schemeClr val="bg1"/>
                </a:solidFill>
                <a:effectLst/>
                <a:latin typeface="Myriad Pro Light" panose="020B0403030403020204" pitchFamily="34" charset="0"/>
              </a:rPr>
              <a:t> ex </a:t>
            </a:r>
            <a:r>
              <a:rPr lang="en-ZA" sz="1200" err="1">
                <a:solidFill>
                  <a:schemeClr val="bg1"/>
                </a:solidFill>
                <a:effectLst/>
                <a:latin typeface="Myriad Pro Light" panose="020B0403030403020204" pitchFamily="34" charset="0"/>
              </a:rPr>
              <a:t>ea</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commodo</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consequat</a:t>
            </a:r>
            <a:r>
              <a:rPr lang="en-ZA" sz="1200">
                <a:solidFill>
                  <a:schemeClr val="bg1"/>
                </a:solidFill>
                <a:effectLst/>
                <a:latin typeface="Myriad Pro Light" panose="020B0403030403020204" pitchFamily="34" charset="0"/>
              </a:rPr>
              <a:t>. Duis </a:t>
            </a:r>
            <a:r>
              <a:rPr lang="en-ZA" sz="1200" err="1">
                <a:solidFill>
                  <a:schemeClr val="bg1"/>
                </a:solidFill>
                <a:effectLst/>
                <a:latin typeface="Myriad Pro Light" panose="020B0403030403020204" pitchFamily="34" charset="0"/>
              </a:rPr>
              <a:t>aute</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irure</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dolor</a:t>
            </a:r>
            <a:r>
              <a:rPr lang="en-ZA" sz="1200">
                <a:solidFill>
                  <a:schemeClr val="bg1"/>
                </a:solidFill>
                <a:effectLst/>
                <a:latin typeface="Myriad Pro Light" panose="020B0403030403020204" pitchFamily="34" charset="0"/>
              </a:rPr>
              <a:t> in </a:t>
            </a:r>
            <a:r>
              <a:rPr lang="en-ZA" sz="1200" err="1">
                <a:solidFill>
                  <a:schemeClr val="bg1"/>
                </a:solidFill>
                <a:effectLst/>
                <a:latin typeface="Myriad Pro Light" panose="020B0403030403020204" pitchFamily="34" charset="0"/>
              </a:rPr>
              <a:t>reprehenderit</a:t>
            </a:r>
            <a:r>
              <a:rPr lang="en-ZA" sz="1200">
                <a:solidFill>
                  <a:schemeClr val="bg1"/>
                </a:solidFill>
                <a:effectLst/>
                <a:latin typeface="Myriad Pro Light" panose="020B0403030403020204" pitchFamily="34" charset="0"/>
              </a:rPr>
              <a:t> in </a:t>
            </a:r>
            <a:r>
              <a:rPr lang="en-ZA" sz="1200" err="1">
                <a:solidFill>
                  <a:schemeClr val="bg1"/>
                </a:solidFill>
                <a:effectLst/>
                <a:latin typeface="Myriad Pro Light" panose="020B0403030403020204" pitchFamily="34" charset="0"/>
              </a:rPr>
              <a:t>voluptate</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velit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esse</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cillum</a:t>
            </a:r>
            <a:r>
              <a:rPr lang="en-ZA" sz="1200">
                <a:solidFill>
                  <a:schemeClr val="bg1"/>
                </a:solidFill>
                <a:effectLst/>
                <a:latin typeface="Myriad Pro Light" panose="020B0403030403020204" pitchFamily="34" charset="0"/>
              </a:rPr>
              <a:t> dolore </a:t>
            </a:r>
            <a:r>
              <a:rPr lang="en-ZA" sz="1200" err="1">
                <a:solidFill>
                  <a:schemeClr val="bg1"/>
                </a:solidFill>
                <a:effectLst/>
                <a:latin typeface="Myriad Pro Light" panose="020B0403030403020204" pitchFamily="34" charset="0"/>
              </a:rPr>
              <a:t>eu</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fugiat</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nulla</a:t>
            </a:r>
            <a:r>
              <a:rPr lang="en-ZA" sz="1200">
                <a:solidFill>
                  <a:schemeClr val="bg1"/>
                </a:solidFill>
                <a:effectLst/>
                <a:latin typeface="Myriad Pro Light" panose="020B0403030403020204" pitchFamily="34" charset="0"/>
              </a:rPr>
              <a:t> </a:t>
            </a:r>
            <a:r>
              <a:rPr lang="en-ZA" sz="1200" err="1">
                <a:solidFill>
                  <a:schemeClr val="bg1"/>
                </a:solidFill>
                <a:effectLst/>
                <a:latin typeface="Myriad Pro Light" panose="020B0403030403020204" pitchFamily="34" charset="0"/>
              </a:rPr>
              <a:t>pariatur</a:t>
            </a:r>
            <a:r>
              <a:rPr lang="en-ZA" sz="1200">
                <a:solidFill>
                  <a:schemeClr val="bg1"/>
                </a:solidFill>
                <a:effectLst/>
                <a:latin typeface="Myriad Pro Light" panose="020B0403030403020204" pitchFamily="34" charset="0"/>
              </a:rPr>
              <a:t>. </a:t>
            </a:r>
            <a:endParaRPr lang="en-US" sz="1200">
              <a:solidFill>
                <a:schemeClr val="bg1"/>
              </a:solidFill>
              <a:latin typeface="Myriad Pro Light" panose="020B0403030403020204" pitchFamily="34" charset="0"/>
            </a:endParaRPr>
          </a:p>
        </p:txBody>
      </p:sp>
    </p:spTree>
    <p:extLst>
      <p:ext uri="{BB962C8B-B14F-4D97-AF65-F5344CB8AC3E}">
        <p14:creationId xmlns:p14="http://schemas.microsoft.com/office/powerpoint/2010/main" val="295638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bg>
      <p:bgPr>
        <a:solidFill>
          <a:schemeClr val="tx2"/>
        </a:solidFill>
        <a:effectLst/>
      </p:bgPr>
    </p:bg>
    <p:spTree>
      <p:nvGrpSpPr>
        <p:cNvPr id="1" name=""/>
        <p:cNvGrpSpPr/>
        <p:nvPr/>
      </p:nvGrpSpPr>
      <p:grpSpPr>
        <a:xfrm>
          <a:off x="0" y="0"/>
          <a:ext cx="0" cy="0"/>
          <a:chOff x="0" y="0"/>
          <a:chExt cx="0" cy="0"/>
        </a:xfrm>
      </p:grpSpPr>
      <p:pic>
        <p:nvPicPr>
          <p:cNvPr id="10" name="Picture 9" descr="A blue and green light&#10;&#10;AI-generated content may be incorrect.">
            <a:extLst>
              <a:ext uri="{FF2B5EF4-FFF2-40B4-BE49-F238E27FC236}">
                <a16:creationId xmlns:a16="http://schemas.microsoft.com/office/drawing/2014/main" id="{16F69609-471B-B8AE-C9AE-4DA27C89A327}"/>
              </a:ext>
            </a:extLst>
          </p:cNvPr>
          <p:cNvPicPr>
            <a:picLocks noGrp="1" noRot="1" noMove="1" noResize="1" noEditPoints="1" noAdjustHandles="1" noChangeArrowheads="1" noChangeShapeType="1" noCrop="1"/>
          </p:cNvPicPr>
          <p:nvPr userDrawn="1"/>
        </p:nvPicPr>
        <p:blipFill>
          <a:blip r:embed="rId2">
            <a:alphaModFix amt="80000"/>
          </a:blip>
          <a:stretch>
            <a:fillRect/>
          </a:stretch>
        </p:blipFill>
        <p:spPr>
          <a:xfrm>
            <a:off x="13700" y="-1388"/>
            <a:ext cx="12189533" cy="6859388"/>
          </a:xfrm>
          <a:prstGeom prst="rect">
            <a:avLst/>
          </a:prstGeom>
        </p:spPr>
      </p:pic>
      <p:sp>
        <p:nvSpPr>
          <p:cNvPr id="19" name="Rounded Rectangle 18">
            <a:extLst>
              <a:ext uri="{FF2B5EF4-FFF2-40B4-BE49-F238E27FC236}">
                <a16:creationId xmlns:a16="http://schemas.microsoft.com/office/drawing/2014/main" id="{B1B78701-BF01-7E2E-AB65-7DF07C864245}"/>
              </a:ext>
            </a:extLst>
          </p:cNvPr>
          <p:cNvSpPr/>
          <p:nvPr userDrawn="1"/>
        </p:nvSpPr>
        <p:spPr>
          <a:xfrm>
            <a:off x="304799" y="2798587"/>
            <a:ext cx="3597699" cy="1439121"/>
          </a:xfrm>
          <a:prstGeom prst="roundRect">
            <a:avLst>
              <a:gd name="adj" fmla="val 6211"/>
            </a:avLst>
          </a:prstGeom>
          <a:solidFill>
            <a:schemeClr val="tx1">
              <a:alpha val="3764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 Placeholder 11">
            <a:extLst>
              <a:ext uri="{FF2B5EF4-FFF2-40B4-BE49-F238E27FC236}">
                <a16:creationId xmlns:a16="http://schemas.microsoft.com/office/drawing/2014/main" id="{C14C4004-DCBD-6F50-DBB3-67113A093D54}"/>
              </a:ext>
            </a:extLst>
          </p:cNvPr>
          <p:cNvSpPr>
            <a:spLocks noGrp="1"/>
          </p:cNvSpPr>
          <p:nvPr>
            <p:ph type="body" sz="quarter" idx="12" hasCustomPrompt="1"/>
          </p:nvPr>
        </p:nvSpPr>
        <p:spPr>
          <a:xfrm>
            <a:off x="424978" y="3233846"/>
            <a:ext cx="3385021" cy="802766"/>
          </a:xfrm>
          <a:prstGeom prst="rect">
            <a:avLst/>
          </a:prstGeom>
        </p:spPr>
        <p:txBody>
          <a:bodyPr lIns="0"/>
          <a:lstStyle>
            <a:lvl1pPr marL="0" indent="0">
              <a:lnSpc>
                <a:spcPct val="100000"/>
              </a:lnSpc>
              <a:buNone/>
              <a:defRPr lang="en-US" sz="1000" b="0" i="0" kern="1200" dirty="0">
                <a:solidFill>
                  <a:schemeClr val="bg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43" name="Text Placeholder 42">
            <a:extLst>
              <a:ext uri="{FF2B5EF4-FFF2-40B4-BE49-F238E27FC236}">
                <a16:creationId xmlns:a16="http://schemas.microsoft.com/office/drawing/2014/main" id="{7C9C552B-73EC-63B0-D703-3E968626BEA6}"/>
              </a:ext>
            </a:extLst>
          </p:cNvPr>
          <p:cNvSpPr>
            <a:spLocks noGrp="1"/>
          </p:cNvSpPr>
          <p:nvPr>
            <p:ph type="body" sz="quarter" idx="14" hasCustomPrompt="1"/>
          </p:nvPr>
        </p:nvSpPr>
        <p:spPr>
          <a:xfrm>
            <a:off x="419066" y="2891839"/>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pic>
        <p:nvPicPr>
          <p:cNvPr id="6" name="Picture 5" descr="A white letter e in a black background&#10;&#10;AI-generated content may be incorrect.">
            <a:extLst>
              <a:ext uri="{FF2B5EF4-FFF2-40B4-BE49-F238E27FC236}">
                <a16:creationId xmlns:a16="http://schemas.microsoft.com/office/drawing/2014/main" id="{DFF5498F-C68D-9FB0-CD4F-2ECB58134E7C}"/>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9" name="Rectangle 8">
            <a:hlinkClick r:id="rId4"/>
            <a:extLst>
              <a:ext uri="{FF2B5EF4-FFF2-40B4-BE49-F238E27FC236}">
                <a16:creationId xmlns:a16="http://schemas.microsoft.com/office/drawing/2014/main" id="{1487E558-B883-B3EA-E884-BF88A8AFDB69}"/>
              </a:ext>
            </a:extLst>
          </p:cNvPr>
          <p:cNvSpPr/>
          <p:nvPr userDrawn="1"/>
        </p:nvSpPr>
        <p:spPr>
          <a:xfrm>
            <a:off x="280187" y="6098485"/>
            <a:ext cx="899188" cy="4622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Text Placeholder 11">
            <a:extLst>
              <a:ext uri="{FF2B5EF4-FFF2-40B4-BE49-F238E27FC236}">
                <a16:creationId xmlns:a16="http://schemas.microsoft.com/office/drawing/2014/main" id="{D6C8A1AE-4EDA-455D-82C0-8234A0E042AB}"/>
              </a:ext>
            </a:extLst>
          </p:cNvPr>
          <p:cNvSpPr>
            <a:spLocks noGrp="1"/>
          </p:cNvSpPr>
          <p:nvPr>
            <p:ph type="body" sz="quarter" idx="33" hasCustomPrompt="1"/>
          </p:nvPr>
        </p:nvSpPr>
        <p:spPr>
          <a:xfrm>
            <a:off x="344631" y="1575026"/>
            <a:ext cx="10202233" cy="512004"/>
          </a:xfrm>
          <a:prstGeom prst="rect">
            <a:avLst/>
          </a:prstGeom>
        </p:spPr>
        <p:txBody>
          <a:bodyPr lIns="0"/>
          <a:lstStyle>
            <a:lvl1pPr marL="0" indent="0">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12" name="Rounded Rectangle 11">
            <a:extLst>
              <a:ext uri="{FF2B5EF4-FFF2-40B4-BE49-F238E27FC236}">
                <a16:creationId xmlns:a16="http://schemas.microsoft.com/office/drawing/2014/main" id="{DB18F4F2-024A-BEC3-8341-C233CD8B588F}"/>
              </a:ext>
            </a:extLst>
          </p:cNvPr>
          <p:cNvSpPr/>
          <p:nvPr userDrawn="1"/>
        </p:nvSpPr>
        <p:spPr>
          <a:xfrm>
            <a:off x="4297150" y="2798587"/>
            <a:ext cx="3597699" cy="1439121"/>
          </a:xfrm>
          <a:prstGeom prst="roundRect">
            <a:avLst>
              <a:gd name="adj" fmla="val 6211"/>
            </a:avLst>
          </a:prstGeom>
          <a:solidFill>
            <a:schemeClr val="tx1">
              <a:alpha val="3764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 Placeholder 11">
            <a:extLst>
              <a:ext uri="{FF2B5EF4-FFF2-40B4-BE49-F238E27FC236}">
                <a16:creationId xmlns:a16="http://schemas.microsoft.com/office/drawing/2014/main" id="{AF8331B9-B3CB-C0D5-313B-188E64F9F217}"/>
              </a:ext>
            </a:extLst>
          </p:cNvPr>
          <p:cNvSpPr>
            <a:spLocks noGrp="1"/>
          </p:cNvSpPr>
          <p:nvPr>
            <p:ph type="body" sz="quarter" idx="34" hasCustomPrompt="1"/>
          </p:nvPr>
        </p:nvSpPr>
        <p:spPr>
          <a:xfrm>
            <a:off x="4412778" y="3233846"/>
            <a:ext cx="3334222" cy="802766"/>
          </a:xfrm>
          <a:prstGeom prst="rect">
            <a:avLst/>
          </a:prstGeom>
        </p:spPr>
        <p:txBody>
          <a:bodyPr lIns="0"/>
          <a:lstStyle>
            <a:lvl1pPr marL="0" indent="0">
              <a:buNone/>
              <a:defRPr lang="en-US" sz="1000" b="0" i="0" kern="1200" dirty="0">
                <a:solidFill>
                  <a:schemeClr val="bg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14" name="Text Placeholder 42">
            <a:extLst>
              <a:ext uri="{FF2B5EF4-FFF2-40B4-BE49-F238E27FC236}">
                <a16:creationId xmlns:a16="http://schemas.microsoft.com/office/drawing/2014/main" id="{21D5FF8E-7D0A-B040-9B20-A5B7C1AFF3EA}"/>
              </a:ext>
            </a:extLst>
          </p:cNvPr>
          <p:cNvSpPr>
            <a:spLocks noGrp="1"/>
          </p:cNvSpPr>
          <p:nvPr>
            <p:ph type="body" sz="quarter" idx="35" hasCustomPrompt="1"/>
          </p:nvPr>
        </p:nvSpPr>
        <p:spPr>
          <a:xfrm>
            <a:off x="4406865" y="2891839"/>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15" name="Rounded Rectangle 14">
            <a:extLst>
              <a:ext uri="{FF2B5EF4-FFF2-40B4-BE49-F238E27FC236}">
                <a16:creationId xmlns:a16="http://schemas.microsoft.com/office/drawing/2014/main" id="{14B3F7B9-D716-ADDD-9942-42458F460BFC}"/>
              </a:ext>
            </a:extLst>
          </p:cNvPr>
          <p:cNvSpPr/>
          <p:nvPr userDrawn="1"/>
        </p:nvSpPr>
        <p:spPr>
          <a:xfrm>
            <a:off x="8289501" y="2777704"/>
            <a:ext cx="3597699" cy="1439121"/>
          </a:xfrm>
          <a:prstGeom prst="roundRect">
            <a:avLst>
              <a:gd name="adj" fmla="val 6211"/>
            </a:avLst>
          </a:prstGeom>
          <a:solidFill>
            <a:schemeClr val="tx1">
              <a:alpha val="3764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1">
            <a:extLst>
              <a:ext uri="{FF2B5EF4-FFF2-40B4-BE49-F238E27FC236}">
                <a16:creationId xmlns:a16="http://schemas.microsoft.com/office/drawing/2014/main" id="{CCDDCAF1-8D42-0FB5-AABC-71702BA699E3}"/>
              </a:ext>
            </a:extLst>
          </p:cNvPr>
          <p:cNvSpPr>
            <a:spLocks noGrp="1"/>
          </p:cNvSpPr>
          <p:nvPr>
            <p:ph type="body" sz="quarter" idx="36" hasCustomPrompt="1"/>
          </p:nvPr>
        </p:nvSpPr>
        <p:spPr>
          <a:xfrm>
            <a:off x="8399083" y="3212963"/>
            <a:ext cx="3367937" cy="802766"/>
          </a:xfrm>
          <a:prstGeom prst="rect">
            <a:avLst/>
          </a:prstGeom>
        </p:spPr>
        <p:txBody>
          <a:bodyPr lIns="0"/>
          <a:lstStyle>
            <a:lvl1pPr marL="0" indent="0">
              <a:buNone/>
              <a:defRPr lang="en-US" sz="1000" b="0" i="0" kern="1200" dirty="0">
                <a:solidFill>
                  <a:schemeClr val="bg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17" name="Text Placeholder 42">
            <a:extLst>
              <a:ext uri="{FF2B5EF4-FFF2-40B4-BE49-F238E27FC236}">
                <a16:creationId xmlns:a16="http://schemas.microsoft.com/office/drawing/2014/main" id="{E8F45275-6694-7AF2-D005-93EAA544C65D}"/>
              </a:ext>
            </a:extLst>
          </p:cNvPr>
          <p:cNvSpPr>
            <a:spLocks noGrp="1"/>
          </p:cNvSpPr>
          <p:nvPr>
            <p:ph type="body" sz="quarter" idx="37" hasCustomPrompt="1"/>
          </p:nvPr>
        </p:nvSpPr>
        <p:spPr>
          <a:xfrm>
            <a:off x="8393171" y="2870956"/>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28" name="Rounded Rectangle 27">
            <a:extLst>
              <a:ext uri="{FF2B5EF4-FFF2-40B4-BE49-F238E27FC236}">
                <a16:creationId xmlns:a16="http://schemas.microsoft.com/office/drawing/2014/main" id="{0DA6AA08-FA96-0BAB-3189-7EE5C2E67E63}"/>
              </a:ext>
            </a:extLst>
          </p:cNvPr>
          <p:cNvSpPr/>
          <p:nvPr userDrawn="1"/>
        </p:nvSpPr>
        <p:spPr>
          <a:xfrm>
            <a:off x="280187" y="4594997"/>
            <a:ext cx="3597699" cy="1439121"/>
          </a:xfrm>
          <a:prstGeom prst="roundRect">
            <a:avLst>
              <a:gd name="adj" fmla="val 6211"/>
            </a:avLst>
          </a:prstGeom>
          <a:solidFill>
            <a:schemeClr val="tx1">
              <a:alpha val="3764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 Placeholder 11">
            <a:extLst>
              <a:ext uri="{FF2B5EF4-FFF2-40B4-BE49-F238E27FC236}">
                <a16:creationId xmlns:a16="http://schemas.microsoft.com/office/drawing/2014/main" id="{CAFC68D3-B0EA-A8BF-2485-220ECB39C5ED}"/>
              </a:ext>
            </a:extLst>
          </p:cNvPr>
          <p:cNvSpPr>
            <a:spLocks noGrp="1"/>
          </p:cNvSpPr>
          <p:nvPr>
            <p:ph type="body" sz="quarter" idx="38" hasCustomPrompt="1"/>
          </p:nvPr>
        </p:nvSpPr>
        <p:spPr>
          <a:xfrm>
            <a:off x="400366" y="5030256"/>
            <a:ext cx="3385021" cy="802766"/>
          </a:xfrm>
          <a:prstGeom prst="rect">
            <a:avLst/>
          </a:prstGeom>
        </p:spPr>
        <p:txBody>
          <a:bodyPr lIns="0"/>
          <a:lstStyle>
            <a:lvl1pPr marL="0" indent="0">
              <a:buNone/>
              <a:defRPr lang="en-US" sz="1000" b="0" i="0" kern="1200" dirty="0">
                <a:solidFill>
                  <a:schemeClr val="bg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30" name="Text Placeholder 42">
            <a:extLst>
              <a:ext uri="{FF2B5EF4-FFF2-40B4-BE49-F238E27FC236}">
                <a16:creationId xmlns:a16="http://schemas.microsoft.com/office/drawing/2014/main" id="{387D001D-4DDE-C629-154A-83A6089F1CFD}"/>
              </a:ext>
            </a:extLst>
          </p:cNvPr>
          <p:cNvSpPr>
            <a:spLocks noGrp="1"/>
          </p:cNvSpPr>
          <p:nvPr>
            <p:ph type="body" sz="quarter" idx="39" hasCustomPrompt="1"/>
          </p:nvPr>
        </p:nvSpPr>
        <p:spPr>
          <a:xfrm>
            <a:off x="394454" y="4688249"/>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31" name="Rounded Rectangle 30">
            <a:extLst>
              <a:ext uri="{FF2B5EF4-FFF2-40B4-BE49-F238E27FC236}">
                <a16:creationId xmlns:a16="http://schemas.microsoft.com/office/drawing/2014/main" id="{7AA0A9C2-89CB-A26E-60FE-4BA1C155DEC7}"/>
              </a:ext>
            </a:extLst>
          </p:cNvPr>
          <p:cNvSpPr/>
          <p:nvPr userDrawn="1"/>
        </p:nvSpPr>
        <p:spPr>
          <a:xfrm>
            <a:off x="4272538" y="4594997"/>
            <a:ext cx="3597699" cy="1439121"/>
          </a:xfrm>
          <a:prstGeom prst="roundRect">
            <a:avLst>
              <a:gd name="adj" fmla="val 6211"/>
            </a:avLst>
          </a:prstGeom>
          <a:solidFill>
            <a:schemeClr val="tx1">
              <a:alpha val="3764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 Placeholder 11">
            <a:extLst>
              <a:ext uri="{FF2B5EF4-FFF2-40B4-BE49-F238E27FC236}">
                <a16:creationId xmlns:a16="http://schemas.microsoft.com/office/drawing/2014/main" id="{A2FFA63E-806D-0CDD-9622-17F6F24A1B13}"/>
              </a:ext>
            </a:extLst>
          </p:cNvPr>
          <p:cNvSpPr>
            <a:spLocks noGrp="1"/>
          </p:cNvSpPr>
          <p:nvPr>
            <p:ph type="body" sz="quarter" idx="40" hasCustomPrompt="1"/>
          </p:nvPr>
        </p:nvSpPr>
        <p:spPr>
          <a:xfrm>
            <a:off x="4388166" y="5030256"/>
            <a:ext cx="3334222" cy="802766"/>
          </a:xfrm>
          <a:prstGeom prst="rect">
            <a:avLst/>
          </a:prstGeom>
        </p:spPr>
        <p:txBody>
          <a:bodyPr lIns="0"/>
          <a:lstStyle>
            <a:lvl1pPr marL="0" indent="0">
              <a:buNone/>
              <a:defRPr lang="en-US" sz="1000" b="0" i="0" kern="1200" dirty="0">
                <a:solidFill>
                  <a:schemeClr val="bg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33" name="Text Placeholder 42">
            <a:extLst>
              <a:ext uri="{FF2B5EF4-FFF2-40B4-BE49-F238E27FC236}">
                <a16:creationId xmlns:a16="http://schemas.microsoft.com/office/drawing/2014/main" id="{217ADBF3-5CF4-56B5-E7CF-BB167E2C194F}"/>
              </a:ext>
            </a:extLst>
          </p:cNvPr>
          <p:cNvSpPr>
            <a:spLocks noGrp="1"/>
          </p:cNvSpPr>
          <p:nvPr>
            <p:ph type="body" sz="quarter" idx="41" hasCustomPrompt="1"/>
          </p:nvPr>
        </p:nvSpPr>
        <p:spPr>
          <a:xfrm>
            <a:off x="4382253" y="4688249"/>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34" name="Rounded Rectangle 33">
            <a:extLst>
              <a:ext uri="{FF2B5EF4-FFF2-40B4-BE49-F238E27FC236}">
                <a16:creationId xmlns:a16="http://schemas.microsoft.com/office/drawing/2014/main" id="{94154A59-62E0-9C64-592D-1DFEB1FB6E31}"/>
              </a:ext>
            </a:extLst>
          </p:cNvPr>
          <p:cNvSpPr/>
          <p:nvPr userDrawn="1"/>
        </p:nvSpPr>
        <p:spPr>
          <a:xfrm>
            <a:off x="8264889" y="4574114"/>
            <a:ext cx="3597699" cy="1439121"/>
          </a:xfrm>
          <a:prstGeom prst="roundRect">
            <a:avLst>
              <a:gd name="adj" fmla="val 6211"/>
            </a:avLst>
          </a:prstGeom>
          <a:solidFill>
            <a:schemeClr val="tx1">
              <a:alpha val="37646"/>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 Placeholder 11">
            <a:extLst>
              <a:ext uri="{FF2B5EF4-FFF2-40B4-BE49-F238E27FC236}">
                <a16:creationId xmlns:a16="http://schemas.microsoft.com/office/drawing/2014/main" id="{86E25397-A4C0-D387-8C49-705ECD772077}"/>
              </a:ext>
            </a:extLst>
          </p:cNvPr>
          <p:cNvSpPr>
            <a:spLocks noGrp="1"/>
          </p:cNvSpPr>
          <p:nvPr>
            <p:ph type="body" sz="quarter" idx="42" hasCustomPrompt="1"/>
          </p:nvPr>
        </p:nvSpPr>
        <p:spPr>
          <a:xfrm>
            <a:off x="8374471" y="5009373"/>
            <a:ext cx="3367937" cy="802766"/>
          </a:xfrm>
          <a:prstGeom prst="rect">
            <a:avLst/>
          </a:prstGeom>
        </p:spPr>
        <p:txBody>
          <a:bodyPr lIns="0"/>
          <a:lstStyle>
            <a:lvl1pPr marL="0" indent="0">
              <a:buNone/>
              <a:defRPr lang="en-US" sz="1000" b="0" i="0" kern="1200" dirty="0">
                <a:solidFill>
                  <a:schemeClr val="bg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45" name="Text Placeholder 42">
            <a:extLst>
              <a:ext uri="{FF2B5EF4-FFF2-40B4-BE49-F238E27FC236}">
                <a16:creationId xmlns:a16="http://schemas.microsoft.com/office/drawing/2014/main" id="{80AFC7FC-FF43-FFDF-A5CB-CDEB854E1DC6}"/>
              </a:ext>
            </a:extLst>
          </p:cNvPr>
          <p:cNvSpPr>
            <a:spLocks noGrp="1"/>
          </p:cNvSpPr>
          <p:nvPr>
            <p:ph type="body" sz="quarter" idx="43" hasCustomPrompt="1"/>
          </p:nvPr>
        </p:nvSpPr>
        <p:spPr>
          <a:xfrm>
            <a:off x="8368559" y="4667366"/>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7" name="Text Placeholder 11">
            <a:extLst>
              <a:ext uri="{FF2B5EF4-FFF2-40B4-BE49-F238E27FC236}">
                <a16:creationId xmlns:a16="http://schemas.microsoft.com/office/drawing/2014/main" id="{9E2D3224-98FC-39FC-1C5F-08FF33B56F3E}"/>
              </a:ext>
            </a:extLst>
          </p:cNvPr>
          <p:cNvSpPr>
            <a:spLocks noGrp="1"/>
          </p:cNvSpPr>
          <p:nvPr>
            <p:ph type="body" sz="quarter" idx="44" hasCustomPrompt="1"/>
          </p:nvPr>
        </p:nvSpPr>
        <p:spPr>
          <a:xfrm>
            <a:off x="331536" y="842300"/>
            <a:ext cx="7103980"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8" name="TextBox 17">
            <a:extLst>
              <a:ext uri="{FF2B5EF4-FFF2-40B4-BE49-F238E27FC236}">
                <a16:creationId xmlns:a16="http://schemas.microsoft.com/office/drawing/2014/main" id="{703459F8-2751-A48A-D009-12B55BC2A0AE}"/>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20" name="Straight Connector 19">
            <a:extLst>
              <a:ext uri="{FF2B5EF4-FFF2-40B4-BE49-F238E27FC236}">
                <a16:creationId xmlns:a16="http://schemas.microsoft.com/office/drawing/2014/main" id="{464144A8-B3BA-126F-FC52-8885E207D734}"/>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8C10043B-1D0A-A148-509F-65CBE6C7474B}"/>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22" name="TextBox 21">
            <a:extLst>
              <a:ext uri="{FF2B5EF4-FFF2-40B4-BE49-F238E27FC236}">
                <a16:creationId xmlns:a16="http://schemas.microsoft.com/office/drawing/2014/main" id="{E1DCB6D4-89DA-5CCF-8C0B-08F4B2C7D634}"/>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13637998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pic>
        <p:nvPicPr>
          <p:cNvPr id="6" name="Picture 5" descr="A blue and yellow light&#10;&#10;AI-generated content may be incorrect.">
            <a:extLst>
              <a:ext uri="{FF2B5EF4-FFF2-40B4-BE49-F238E27FC236}">
                <a16:creationId xmlns:a16="http://schemas.microsoft.com/office/drawing/2014/main" id="{7CFCC183-42D5-2F6C-E4A8-C5A592CBFD58}"/>
              </a:ext>
            </a:extLst>
          </p:cNvPr>
          <p:cNvPicPr>
            <a:picLocks noGrp="1" noRot="1" noChangeAspect="1" noMove="1" noResize="1" noEditPoints="1" noAdjustHandles="1" noChangeArrowheads="1" noChangeShapeType="1" noCrop="1"/>
          </p:cNvPicPr>
          <p:nvPr userDrawn="1"/>
        </p:nvPicPr>
        <p:blipFill>
          <a:blip r:embed="rId2">
            <a:alphaModFix amt="70000"/>
          </a:blip>
          <a:stretch>
            <a:fillRect/>
          </a:stretch>
        </p:blipFill>
        <p:spPr>
          <a:xfrm>
            <a:off x="1234" y="-694"/>
            <a:ext cx="12189533" cy="6859388"/>
          </a:xfrm>
          <a:prstGeom prst="rect">
            <a:avLst/>
          </a:prstGeom>
        </p:spPr>
      </p:pic>
      <p:sp>
        <p:nvSpPr>
          <p:cNvPr id="33" name="Rounded Rectangle 32">
            <a:extLst>
              <a:ext uri="{FF2B5EF4-FFF2-40B4-BE49-F238E27FC236}">
                <a16:creationId xmlns:a16="http://schemas.microsoft.com/office/drawing/2014/main" id="{8F38CA8B-DF3F-EE28-5E4F-33530B609036}"/>
              </a:ext>
            </a:extLst>
          </p:cNvPr>
          <p:cNvSpPr/>
          <p:nvPr userDrawn="1"/>
        </p:nvSpPr>
        <p:spPr>
          <a:xfrm>
            <a:off x="5059540" y="520497"/>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42" name="Text Placeholder 11">
            <a:extLst>
              <a:ext uri="{FF2B5EF4-FFF2-40B4-BE49-F238E27FC236}">
                <a16:creationId xmlns:a16="http://schemas.microsoft.com/office/drawing/2014/main" id="{AEFC3DB2-2E09-2962-B694-D079281326CC}"/>
              </a:ext>
            </a:extLst>
          </p:cNvPr>
          <p:cNvSpPr>
            <a:spLocks noGrp="1"/>
          </p:cNvSpPr>
          <p:nvPr>
            <p:ph type="body" sz="quarter" idx="11" hasCustomPrompt="1"/>
          </p:nvPr>
        </p:nvSpPr>
        <p:spPr>
          <a:xfrm>
            <a:off x="314552" y="2115778"/>
            <a:ext cx="2824828"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title</a:t>
            </a:r>
          </a:p>
        </p:txBody>
      </p:sp>
      <p:sp>
        <p:nvSpPr>
          <p:cNvPr id="43" name="Text Placeholder 11">
            <a:extLst>
              <a:ext uri="{FF2B5EF4-FFF2-40B4-BE49-F238E27FC236}">
                <a16:creationId xmlns:a16="http://schemas.microsoft.com/office/drawing/2014/main" id="{CD3B6173-2257-ACAB-EBD2-0722E0699CB5}"/>
              </a:ext>
            </a:extLst>
          </p:cNvPr>
          <p:cNvSpPr>
            <a:spLocks noGrp="1"/>
          </p:cNvSpPr>
          <p:nvPr>
            <p:ph type="body" sz="quarter" idx="12" hasCustomPrompt="1"/>
          </p:nvPr>
        </p:nvSpPr>
        <p:spPr>
          <a:xfrm>
            <a:off x="316262" y="3479116"/>
            <a:ext cx="3820739" cy="802766"/>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45" name="Text Placeholder 42">
            <a:extLst>
              <a:ext uri="{FF2B5EF4-FFF2-40B4-BE49-F238E27FC236}">
                <a16:creationId xmlns:a16="http://schemas.microsoft.com/office/drawing/2014/main" id="{44837E5E-52D7-5300-265E-878CD01F5F88}"/>
              </a:ext>
            </a:extLst>
          </p:cNvPr>
          <p:cNvSpPr>
            <a:spLocks noGrp="1"/>
          </p:cNvSpPr>
          <p:nvPr>
            <p:ph type="body" sz="quarter" idx="14" hasCustomPrompt="1"/>
          </p:nvPr>
        </p:nvSpPr>
        <p:spPr>
          <a:xfrm>
            <a:off x="5141240" y="675324"/>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52" name="Rounded Rectangle 51">
            <a:extLst>
              <a:ext uri="{FF2B5EF4-FFF2-40B4-BE49-F238E27FC236}">
                <a16:creationId xmlns:a16="http://schemas.microsoft.com/office/drawing/2014/main" id="{346111B1-908C-2D82-9928-222FD6B1B56B}"/>
              </a:ext>
            </a:extLst>
          </p:cNvPr>
          <p:cNvSpPr/>
          <p:nvPr userDrawn="1"/>
        </p:nvSpPr>
        <p:spPr>
          <a:xfrm>
            <a:off x="5059540" y="253848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54" name="Text Placeholder 42">
            <a:extLst>
              <a:ext uri="{FF2B5EF4-FFF2-40B4-BE49-F238E27FC236}">
                <a16:creationId xmlns:a16="http://schemas.microsoft.com/office/drawing/2014/main" id="{FFB44249-66AF-B4B1-9523-764619A948F5}"/>
              </a:ext>
            </a:extLst>
          </p:cNvPr>
          <p:cNvSpPr>
            <a:spLocks noGrp="1"/>
          </p:cNvSpPr>
          <p:nvPr>
            <p:ph type="body" sz="quarter" idx="20" hasCustomPrompt="1"/>
          </p:nvPr>
        </p:nvSpPr>
        <p:spPr>
          <a:xfrm>
            <a:off x="5141240" y="269331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66" name="Rounded Rectangle 65">
            <a:extLst>
              <a:ext uri="{FF2B5EF4-FFF2-40B4-BE49-F238E27FC236}">
                <a16:creationId xmlns:a16="http://schemas.microsoft.com/office/drawing/2014/main" id="{B5D841EC-58DA-3C94-C2DB-44C839951EF6}"/>
              </a:ext>
            </a:extLst>
          </p:cNvPr>
          <p:cNvSpPr/>
          <p:nvPr userDrawn="1"/>
        </p:nvSpPr>
        <p:spPr>
          <a:xfrm>
            <a:off x="5059540" y="448655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68" name="Text Placeholder 42">
            <a:extLst>
              <a:ext uri="{FF2B5EF4-FFF2-40B4-BE49-F238E27FC236}">
                <a16:creationId xmlns:a16="http://schemas.microsoft.com/office/drawing/2014/main" id="{BBA72EBE-6674-BC67-5D16-5B2F33DF89FA}"/>
              </a:ext>
            </a:extLst>
          </p:cNvPr>
          <p:cNvSpPr>
            <a:spLocks noGrp="1"/>
          </p:cNvSpPr>
          <p:nvPr>
            <p:ph type="body" sz="quarter" idx="30" hasCustomPrompt="1"/>
          </p:nvPr>
        </p:nvSpPr>
        <p:spPr>
          <a:xfrm>
            <a:off x="5141240" y="464138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pic>
        <p:nvPicPr>
          <p:cNvPr id="13" name="Picture 12" descr="A white letter e in a black background&#10;&#10;AI-generated content may be incorrect.">
            <a:extLst>
              <a:ext uri="{FF2B5EF4-FFF2-40B4-BE49-F238E27FC236}">
                <a16:creationId xmlns:a16="http://schemas.microsoft.com/office/drawing/2014/main" id="{EDA9D8FF-5E79-BCD3-39E9-55EA687CE92A}"/>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15" name="Rounded Rectangle 14">
            <a:extLst>
              <a:ext uri="{FF2B5EF4-FFF2-40B4-BE49-F238E27FC236}">
                <a16:creationId xmlns:a16="http://schemas.microsoft.com/office/drawing/2014/main" id="{A853AE8A-51B2-B5F6-D65F-BB926172C52D}"/>
              </a:ext>
            </a:extLst>
          </p:cNvPr>
          <p:cNvSpPr/>
          <p:nvPr userDrawn="1"/>
        </p:nvSpPr>
        <p:spPr>
          <a:xfrm>
            <a:off x="7157253" y="520497"/>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17" name="Text Placeholder 42">
            <a:extLst>
              <a:ext uri="{FF2B5EF4-FFF2-40B4-BE49-F238E27FC236}">
                <a16:creationId xmlns:a16="http://schemas.microsoft.com/office/drawing/2014/main" id="{E0BBF4EA-35F3-70FE-942E-5A0C407AB64C}"/>
              </a:ext>
            </a:extLst>
          </p:cNvPr>
          <p:cNvSpPr>
            <a:spLocks noGrp="1"/>
          </p:cNvSpPr>
          <p:nvPr>
            <p:ph type="body" sz="quarter" idx="32" hasCustomPrompt="1"/>
          </p:nvPr>
        </p:nvSpPr>
        <p:spPr>
          <a:xfrm>
            <a:off x="7238953" y="675324"/>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18" name="Rounded Rectangle 17">
            <a:extLst>
              <a:ext uri="{FF2B5EF4-FFF2-40B4-BE49-F238E27FC236}">
                <a16:creationId xmlns:a16="http://schemas.microsoft.com/office/drawing/2014/main" id="{FF6D6BAF-69C1-FBB8-0837-55F1DB3022FC}"/>
              </a:ext>
            </a:extLst>
          </p:cNvPr>
          <p:cNvSpPr/>
          <p:nvPr userDrawn="1"/>
        </p:nvSpPr>
        <p:spPr>
          <a:xfrm>
            <a:off x="7157253" y="253848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0" name="Text Placeholder 42">
            <a:extLst>
              <a:ext uri="{FF2B5EF4-FFF2-40B4-BE49-F238E27FC236}">
                <a16:creationId xmlns:a16="http://schemas.microsoft.com/office/drawing/2014/main" id="{7CE6C7BE-82DE-5B49-51FD-E66C8F7FFC77}"/>
              </a:ext>
            </a:extLst>
          </p:cNvPr>
          <p:cNvSpPr>
            <a:spLocks noGrp="1"/>
          </p:cNvSpPr>
          <p:nvPr>
            <p:ph type="body" sz="quarter" idx="34" hasCustomPrompt="1"/>
          </p:nvPr>
        </p:nvSpPr>
        <p:spPr>
          <a:xfrm>
            <a:off x="7238953" y="269331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21" name="Rounded Rectangle 20">
            <a:extLst>
              <a:ext uri="{FF2B5EF4-FFF2-40B4-BE49-F238E27FC236}">
                <a16:creationId xmlns:a16="http://schemas.microsoft.com/office/drawing/2014/main" id="{F59327BD-99C0-7263-DC60-43C0682EA70E}"/>
              </a:ext>
            </a:extLst>
          </p:cNvPr>
          <p:cNvSpPr/>
          <p:nvPr userDrawn="1"/>
        </p:nvSpPr>
        <p:spPr>
          <a:xfrm>
            <a:off x="7157253" y="448655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3" name="Text Placeholder 42">
            <a:extLst>
              <a:ext uri="{FF2B5EF4-FFF2-40B4-BE49-F238E27FC236}">
                <a16:creationId xmlns:a16="http://schemas.microsoft.com/office/drawing/2014/main" id="{B54F2FA5-F7F4-B554-0FCD-905E28801CEB}"/>
              </a:ext>
            </a:extLst>
          </p:cNvPr>
          <p:cNvSpPr>
            <a:spLocks noGrp="1"/>
          </p:cNvSpPr>
          <p:nvPr>
            <p:ph type="body" sz="quarter" idx="36" hasCustomPrompt="1"/>
          </p:nvPr>
        </p:nvSpPr>
        <p:spPr>
          <a:xfrm>
            <a:off x="7238953" y="464138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24" name="Rounded Rectangle 23">
            <a:extLst>
              <a:ext uri="{FF2B5EF4-FFF2-40B4-BE49-F238E27FC236}">
                <a16:creationId xmlns:a16="http://schemas.microsoft.com/office/drawing/2014/main" id="{D4C6EC17-0372-19A7-51C9-F692FFC30AAC}"/>
              </a:ext>
            </a:extLst>
          </p:cNvPr>
          <p:cNvSpPr/>
          <p:nvPr userDrawn="1"/>
        </p:nvSpPr>
        <p:spPr>
          <a:xfrm>
            <a:off x="9255560" y="520497"/>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6" name="Text Placeholder 42">
            <a:extLst>
              <a:ext uri="{FF2B5EF4-FFF2-40B4-BE49-F238E27FC236}">
                <a16:creationId xmlns:a16="http://schemas.microsoft.com/office/drawing/2014/main" id="{58062E89-7288-0E7A-7B38-AB2DE3883C46}"/>
              </a:ext>
            </a:extLst>
          </p:cNvPr>
          <p:cNvSpPr>
            <a:spLocks noGrp="1"/>
          </p:cNvSpPr>
          <p:nvPr>
            <p:ph type="body" sz="quarter" idx="38" hasCustomPrompt="1"/>
          </p:nvPr>
        </p:nvSpPr>
        <p:spPr>
          <a:xfrm>
            <a:off x="9337260" y="675324"/>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27" name="Rounded Rectangle 26">
            <a:extLst>
              <a:ext uri="{FF2B5EF4-FFF2-40B4-BE49-F238E27FC236}">
                <a16:creationId xmlns:a16="http://schemas.microsoft.com/office/drawing/2014/main" id="{D92DE19E-B211-BFAD-B01B-1BF901D08C02}"/>
              </a:ext>
            </a:extLst>
          </p:cNvPr>
          <p:cNvSpPr/>
          <p:nvPr userDrawn="1"/>
        </p:nvSpPr>
        <p:spPr>
          <a:xfrm>
            <a:off x="9255560" y="253848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9" name="Text Placeholder 42">
            <a:extLst>
              <a:ext uri="{FF2B5EF4-FFF2-40B4-BE49-F238E27FC236}">
                <a16:creationId xmlns:a16="http://schemas.microsoft.com/office/drawing/2014/main" id="{75F282B4-794D-80C0-D217-7771F9AC434F}"/>
              </a:ext>
            </a:extLst>
          </p:cNvPr>
          <p:cNvSpPr>
            <a:spLocks noGrp="1"/>
          </p:cNvSpPr>
          <p:nvPr>
            <p:ph type="body" sz="quarter" idx="40" hasCustomPrompt="1"/>
          </p:nvPr>
        </p:nvSpPr>
        <p:spPr>
          <a:xfrm>
            <a:off x="9337260" y="269331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30" name="Rounded Rectangle 29">
            <a:extLst>
              <a:ext uri="{FF2B5EF4-FFF2-40B4-BE49-F238E27FC236}">
                <a16:creationId xmlns:a16="http://schemas.microsoft.com/office/drawing/2014/main" id="{5D006D51-C84D-AC91-107F-3ACBCF70ED0F}"/>
              </a:ext>
            </a:extLst>
          </p:cNvPr>
          <p:cNvSpPr/>
          <p:nvPr userDrawn="1"/>
        </p:nvSpPr>
        <p:spPr>
          <a:xfrm>
            <a:off x="9255560" y="448655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32" name="Text Placeholder 42">
            <a:extLst>
              <a:ext uri="{FF2B5EF4-FFF2-40B4-BE49-F238E27FC236}">
                <a16:creationId xmlns:a16="http://schemas.microsoft.com/office/drawing/2014/main" id="{2922615F-D485-3FD3-97D5-C53A1A11FFA1}"/>
              </a:ext>
            </a:extLst>
          </p:cNvPr>
          <p:cNvSpPr>
            <a:spLocks noGrp="1"/>
          </p:cNvSpPr>
          <p:nvPr>
            <p:ph type="body" sz="quarter" idx="42" hasCustomPrompt="1"/>
          </p:nvPr>
        </p:nvSpPr>
        <p:spPr>
          <a:xfrm>
            <a:off x="9337260" y="464138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9" name="Text Placeholder 11">
            <a:extLst>
              <a:ext uri="{FF2B5EF4-FFF2-40B4-BE49-F238E27FC236}">
                <a16:creationId xmlns:a16="http://schemas.microsoft.com/office/drawing/2014/main" id="{BC93D8B8-9951-8550-5CC6-F295668CA28C}"/>
              </a:ext>
            </a:extLst>
          </p:cNvPr>
          <p:cNvSpPr>
            <a:spLocks noGrp="1"/>
          </p:cNvSpPr>
          <p:nvPr>
            <p:ph type="body" sz="quarter" idx="43" hasCustomPrompt="1"/>
          </p:nvPr>
        </p:nvSpPr>
        <p:spPr>
          <a:xfrm>
            <a:off x="5167242" y="1130093"/>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1200">
              <a:solidFill>
                <a:schemeClr val="bg1"/>
              </a:solidFill>
              <a:latin typeface="Myriad Pro Light" panose="020B0403030403020204" pitchFamily="34" charset="0"/>
            </a:endParaRPr>
          </a:p>
        </p:txBody>
      </p:sp>
      <p:sp>
        <p:nvSpPr>
          <p:cNvPr id="10" name="Text Placeholder 11">
            <a:extLst>
              <a:ext uri="{FF2B5EF4-FFF2-40B4-BE49-F238E27FC236}">
                <a16:creationId xmlns:a16="http://schemas.microsoft.com/office/drawing/2014/main" id="{6D3C7964-CAEC-3E0F-9270-9109CE13D5CA}"/>
              </a:ext>
            </a:extLst>
          </p:cNvPr>
          <p:cNvSpPr>
            <a:spLocks noGrp="1"/>
          </p:cNvSpPr>
          <p:nvPr>
            <p:ph type="body" sz="quarter" idx="44" hasCustomPrompt="1"/>
          </p:nvPr>
        </p:nvSpPr>
        <p:spPr>
          <a:xfrm>
            <a:off x="7234247" y="1130093"/>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11" name="Text Placeholder 11">
            <a:extLst>
              <a:ext uri="{FF2B5EF4-FFF2-40B4-BE49-F238E27FC236}">
                <a16:creationId xmlns:a16="http://schemas.microsoft.com/office/drawing/2014/main" id="{E30A96C8-D95D-2D5B-8B31-FFCF5512FAC5}"/>
              </a:ext>
            </a:extLst>
          </p:cNvPr>
          <p:cNvSpPr>
            <a:spLocks noGrp="1"/>
          </p:cNvSpPr>
          <p:nvPr>
            <p:ph type="body" sz="quarter" idx="45" hasCustomPrompt="1"/>
          </p:nvPr>
        </p:nvSpPr>
        <p:spPr>
          <a:xfrm>
            <a:off x="9353821" y="1130093"/>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12" name="Text Placeholder 11">
            <a:extLst>
              <a:ext uri="{FF2B5EF4-FFF2-40B4-BE49-F238E27FC236}">
                <a16:creationId xmlns:a16="http://schemas.microsoft.com/office/drawing/2014/main" id="{E599B241-9F72-805B-38C9-E6E0A90C67A4}"/>
              </a:ext>
            </a:extLst>
          </p:cNvPr>
          <p:cNvSpPr>
            <a:spLocks noGrp="1"/>
          </p:cNvSpPr>
          <p:nvPr>
            <p:ph type="body" sz="quarter" idx="46" hasCustomPrompt="1"/>
          </p:nvPr>
        </p:nvSpPr>
        <p:spPr>
          <a:xfrm>
            <a:off x="5141240" y="314333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4" name="Text Placeholder 11">
            <a:extLst>
              <a:ext uri="{FF2B5EF4-FFF2-40B4-BE49-F238E27FC236}">
                <a16:creationId xmlns:a16="http://schemas.microsoft.com/office/drawing/2014/main" id="{0D8D7BE0-0E14-2820-3977-423E5DE1C41A}"/>
              </a:ext>
            </a:extLst>
          </p:cNvPr>
          <p:cNvSpPr>
            <a:spLocks noGrp="1"/>
          </p:cNvSpPr>
          <p:nvPr>
            <p:ph type="body" sz="quarter" idx="47" hasCustomPrompt="1"/>
          </p:nvPr>
        </p:nvSpPr>
        <p:spPr>
          <a:xfrm>
            <a:off x="7208245" y="314333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5" name="Text Placeholder 11">
            <a:extLst>
              <a:ext uri="{FF2B5EF4-FFF2-40B4-BE49-F238E27FC236}">
                <a16:creationId xmlns:a16="http://schemas.microsoft.com/office/drawing/2014/main" id="{1D7B1340-6730-83A8-A6DD-12B1988A203A}"/>
              </a:ext>
            </a:extLst>
          </p:cNvPr>
          <p:cNvSpPr>
            <a:spLocks noGrp="1"/>
          </p:cNvSpPr>
          <p:nvPr>
            <p:ph type="body" sz="quarter" idx="48" hasCustomPrompt="1"/>
          </p:nvPr>
        </p:nvSpPr>
        <p:spPr>
          <a:xfrm>
            <a:off x="9327819" y="314333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6" name="Text Placeholder 11">
            <a:extLst>
              <a:ext uri="{FF2B5EF4-FFF2-40B4-BE49-F238E27FC236}">
                <a16:creationId xmlns:a16="http://schemas.microsoft.com/office/drawing/2014/main" id="{9EBFC80E-DCBF-DFD5-B743-6AD5F4ADEB5C}"/>
              </a:ext>
            </a:extLst>
          </p:cNvPr>
          <p:cNvSpPr>
            <a:spLocks noGrp="1"/>
          </p:cNvSpPr>
          <p:nvPr>
            <p:ph type="body" sz="quarter" idx="49" hasCustomPrompt="1"/>
          </p:nvPr>
        </p:nvSpPr>
        <p:spPr>
          <a:xfrm>
            <a:off x="5141240" y="509140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7" name="Text Placeholder 11">
            <a:extLst>
              <a:ext uri="{FF2B5EF4-FFF2-40B4-BE49-F238E27FC236}">
                <a16:creationId xmlns:a16="http://schemas.microsoft.com/office/drawing/2014/main" id="{FEDA97F4-AFC8-F45A-57B0-48F37458BD3E}"/>
              </a:ext>
            </a:extLst>
          </p:cNvPr>
          <p:cNvSpPr>
            <a:spLocks noGrp="1"/>
          </p:cNvSpPr>
          <p:nvPr>
            <p:ph type="body" sz="quarter" idx="50" hasCustomPrompt="1"/>
          </p:nvPr>
        </p:nvSpPr>
        <p:spPr>
          <a:xfrm>
            <a:off x="7208245" y="509140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8" name="Text Placeholder 11">
            <a:extLst>
              <a:ext uri="{FF2B5EF4-FFF2-40B4-BE49-F238E27FC236}">
                <a16:creationId xmlns:a16="http://schemas.microsoft.com/office/drawing/2014/main" id="{C9044662-CE78-C181-D532-8A5D64C9342B}"/>
              </a:ext>
            </a:extLst>
          </p:cNvPr>
          <p:cNvSpPr>
            <a:spLocks noGrp="1"/>
          </p:cNvSpPr>
          <p:nvPr>
            <p:ph type="body" sz="quarter" idx="51" hasCustomPrompt="1"/>
          </p:nvPr>
        </p:nvSpPr>
        <p:spPr>
          <a:xfrm>
            <a:off x="9327819" y="509140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14" name="TextBox 13">
            <a:extLst>
              <a:ext uri="{FF2B5EF4-FFF2-40B4-BE49-F238E27FC236}">
                <a16:creationId xmlns:a16="http://schemas.microsoft.com/office/drawing/2014/main" id="{FE026D43-BD7C-6A2F-724C-A55F644D70A1}"/>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6" name="Straight Connector 15">
            <a:extLst>
              <a:ext uri="{FF2B5EF4-FFF2-40B4-BE49-F238E27FC236}">
                <a16:creationId xmlns:a16="http://schemas.microsoft.com/office/drawing/2014/main" id="{F6446D6F-A4D5-0A8E-AF7B-462523B2B8AD}"/>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0598B8B7-92C1-776F-3864-ABD092EE9BE9}"/>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22" name="TextBox 21">
            <a:extLst>
              <a:ext uri="{FF2B5EF4-FFF2-40B4-BE49-F238E27FC236}">
                <a16:creationId xmlns:a16="http://schemas.microsoft.com/office/drawing/2014/main" id="{385C35A1-2FA8-632B-C271-BAB74D18EB86}"/>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2749017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5" name="Picture 4" descr="A blue and green light&#10;&#10;AI-generated content may be incorrect.">
            <a:extLst>
              <a:ext uri="{FF2B5EF4-FFF2-40B4-BE49-F238E27FC236}">
                <a16:creationId xmlns:a16="http://schemas.microsoft.com/office/drawing/2014/main" id="{49BAA9EC-C941-C33E-4C61-F9F0109478A0}"/>
              </a:ext>
            </a:extLst>
          </p:cNvPr>
          <p:cNvPicPr>
            <a:picLocks noGrp="1" noRot="1" noMove="1" noResize="1" noEditPoints="1" noAdjustHandles="1" noChangeArrowheads="1" noChangeShapeType="1" noCrop="1"/>
          </p:cNvPicPr>
          <p:nvPr userDrawn="1"/>
        </p:nvPicPr>
        <p:blipFill>
          <a:blip r:embed="rId2">
            <a:alphaModFix amt="50000"/>
          </a:blip>
          <a:stretch>
            <a:fillRect/>
          </a:stretch>
        </p:blipFill>
        <p:spPr>
          <a:xfrm>
            <a:off x="2467" y="-18493"/>
            <a:ext cx="12189533" cy="6859388"/>
          </a:xfrm>
          <a:prstGeom prst="rect">
            <a:avLst/>
          </a:prstGeom>
        </p:spPr>
      </p:pic>
      <p:sp>
        <p:nvSpPr>
          <p:cNvPr id="15" name="Oval 14">
            <a:extLst>
              <a:ext uri="{FF2B5EF4-FFF2-40B4-BE49-F238E27FC236}">
                <a16:creationId xmlns:a16="http://schemas.microsoft.com/office/drawing/2014/main" id="{2A970C8D-1FAF-146A-2146-0E770EDD4F2D}"/>
              </a:ext>
            </a:extLst>
          </p:cNvPr>
          <p:cNvSpPr/>
          <p:nvPr userDrawn="1"/>
        </p:nvSpPr>
        <p:spPr>
          <a:xfrm>
            <a:off x="2220293" y="1913169"/>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Box 15">
            <a:extLst>
              <a:ext uri="{FF2B5EF4-FFF2-40B4-BE49-F238E27FC236}">
                <a16:creationId xmlns:a16="http://schemas.microsoft.com/office/drawing/2014/main" id="{0B3BCF30-238F-89BD-4314-D4CDFC1783F1}"/>
              </a:ext>
            </a:extLst>
          </p:cNvPr>
          <p:cNvSpPr txBox="1"/>
          <p:nvPr userDrawn="1"/>
        </p:nvSpPr>
        <p:spPr>
          <a:xfrm>
            <a:off x="2220293" y="2043686"/>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01</a:t>
            </a:r>
            <a:endParaRPr lang="en-US" sz="2400" b="1" i="0">
              <a:solidFill>
                <a:schemeClr val="bg1"/>
              </a:solidFill>
              <a:latin typeface="DM Sans SemiBold" pitchFamily="2" charset="77"/>
            </a:endParaRPr>
          </a:p>
        </p:txBody>
      </p:sp>
      <p:sp>
        <p:nvSpPr>
          <p:cNvPr id="19" name="Oval 18">
            <a:extLst>
              <a:ext uri="{FF2B5EF4-FFF2-40B4-BE49-F238E27FC236}">
                <a16:creationId xmlns:a16="http://schemas.microsoft.com/office/drawing/2014/main" id="{4C911AB5-D367-7D28-CAFB-F76AC3D87686}"/>
              </a:ext>
            </a:extLst>
          </p:cNvPr>
          <p:cNvSpPr/>
          <p:nvPr userDrawn="1"/>
        </p:nvSpPr>
        <p:spPr>
          <a:xfrm>
            <a:off x="5716122" y="1913169"/>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77BF0A01-ADE7-5D8D-3409-1CEFC8723440}"/>
              </a:ext>
            </a:extLst>
          </p:cNvPr>
          <p:cNvSpPr txBox="1"/>
          <p:nvPr userDrawn="1"/>
        </p:nvSpPr>
        <p:spPr>
          <a:xfrm>
            <a:off x="5713835" y="2042335"/>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02</a:t>
            </a:r>
            <a:endParaRPr lang="en-US" sz="2400" b="1" i="0">
              <a:solidFill>
                <a:schemeClr val="bg1"/>
              </a:solidFill>
              <a:latin typeface="DM Sans SemiBold" pitchFamily="2" charset="77"/>
            </a:endParaRPr>
          </a:p>
        </p:txBody>
      </p:sp>
      <p:sp>
        <p:nvSpPr>
          <p:cNvPr id="23" name="Oval 22">
            <a:extLst>
              <a:ext uri="{FF2B5EF4-FFF2-40B4-BE49-F238E27FC236}">
                <a16:creationId xmlns:a16="http://schemas.microsoft.com/office/drawing/2014/main" id="{FAF80037-FB56-7BDB-8C41-709D357C2261}"/>
              </a:ext>
            </a:extLst>
          </p:cNvPr>
          <p:cNvSpPr/>
          <p:nvPr userDrawn="1"/>
        </p:nvSpPr>
        <p:spPr>
          <a:xfrm>
            <a:off x="9199725" y="1913169"/>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TextBox 23">
            <a:extLst>
              <a:ext uri="{FF2B5EF4-FFF2-40B4-BE49-F238E27FC236}">
                <a16:creationId xmlns:a16="http://schemas.microsoft.com/office/drawing/2014/main" id="{F3328F13-2FA9-106F-30A9-A2A8F80A7840}"/>
              </a:ext>
            </a:extLst>
          </p:cNvPr>
          <p:cNvSpPr txBox="1"/>
          <p:nvPr userDrawn="1"/>
        </p:nvSpPr>
        <p:spPr>
          <a:xfrm>
            <a:off x="9197438" y="2042335"/>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03</a:t>
            </a:r>
            <a:endParaRPr lang="en-US" sz="2400" b="1" i="0">
              <a:solidFill>
                <a:schemeClr val="bg1"/>
              </a:solidFill>
              <a:latin typeface="DM Sans SemiBold" pitchFamily="2" charset="77"/>
            </a:endParaRPr>
          </a:p>
        </p:txBody>
      </p:sp>
      <p:sp>
        <p:nvSpPr>
          <p:cNvPr id="27" name="Oval 26">
            <a:extLst>
              <a:ext uri="{FF2B5EF4-FFF2-40B4-BE49-F238E27FC236}">
                <a16:creationId xmlns:a16="http://schemas.microsoft.com/office/drawing/2014/main" id="{47DB5ED4-48D1-D72B-355F-92BBE8AC7E6A}"/>
              </a:ext>
            </a:extLst>
          </p:cNvPr>
          <p:cNvSpPr/>
          <p:nvPr userDrawn="1"/>
        </p:nvSpPr>
        <p:spPr>
          <a:xfrm>
            <a:off x="2222580" y="3898380"/>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TextBox 27">
            <a:extLst>
              <a:ext uri="{FF2B5EF4-FFF2-40B4-BE49-F238E27FC236}">
                <a16:creationId xmlns:a16="http://schemas.microsoft.com/office/drawing/2014/main" id="{16A2D24B-CAB7-2F49-BACA-82ACA6533416}"/>
              </a:ext>
            </a:extLst>
          </p:cNvPr>
          <p:cNvSpPr txBox="1"/>
          <p:nvPr userDrawn="1"/>
        </p:nvSpPr>
        <p:spPr>
          <a:xfrm>
            <a:off x="2220293" y="4021842"/>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04</a:t>
            </a:r>
            <a:endParaRPr lang="en-US" sz="2400" b="1" i="0">
              <a:solidFill>
                <a:schemeClr val="bg1"/>
              </a:solidFill>
              <a:latin typeface="DM Sans SemiBold" pitchFamily="2" charset="77"/>
            </a:endParaRPr>
          </a:p>
        </p:txBody>
      </p:sp>
      <p:sp>
        <p:nvSpPr>
          <p:cNvPr id="31" name="Oval 30">
            <a:extLst>
              <a:ext uri="{FF2B5EF4-FFF2-40B4-BE49-F238E27FC236}">
                <a16:creationId xmlns:a16="http://schemas.microsoft.com/office/drawing/2014/main" id="{C39B89E0-ED0C-5D1B-7AD0-118344EC5061}"/>
              </a:ext>
            </a:extLst>
          </p:cNvPr>
          <p:cNvSpPr/>
          <p:nvPr userDrawn="1"/>
        </p:nvSpPr>
        <p:spPr>
          <a:xfrm>
            <a:off x="5716122" y="3898380"/>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TextBox 31">
            <a:extLst>
              <a:ext uri="{FF2B5EF4-FFF2-40B4-BE49-F238E27FC236}">
                <a16:creationId xmlns:a16="http://schemas.microsoft.com/office/drawing/2014/main" id="{CC6349C6-B713-497B-B8E4-CD6DB066657B}"/>
              </a:ext>
            </a:extLst>
          </p:cNvPr>
          <p:cNvSpPr txBox="1"/>
          <p:nvPr userDrawn="1"/>
        </p:nvSpPr>
        <p:spPr>
          <a:xfrm>
            <a:off x="5713835" y="4027546"/>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05</a:t>
            </a:r>
            <a:endParaRPr lang="en-US" sz="2400" b="1" i="0">
              <a:solidFill>
                <a:schemeClr val="bg1"/>
              </a:solidFill>
              <a:latin typeface="DM Sans SemiBold" pitchFamily="2" charset="77"/>
            </a:endParaRPr>
          </a:p>
        </p:txBody>
      </p:sp>
      <p:sp>
        <p:nvSpPr>
          <p:cNvPr id="35" name="Oval 34">
            <a:extLst>
              <a:ext uri="{FF2B5EF4-FFF2-40B4-BE49-F238E27FC236}">
                <a16:creationId xmlns:a16="http://schemas.microsoft.com/office/drawing/2014/main" id="{BC99E2D6-39CD-8F4F-0D8D-B92C5AD3DA36}"/>
              </a:ext>
            </a:extLst>
          </p:cNvPr>
          <p:cNvSpPr/>
          <p:nvPr userDrawn="1"/>
        </p:nvSpPr>
        <p:spPr>
          <a:xfrm>
            <a:off x="9199725" y="3898380"/>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Box 35">
            <a:extLst>
              <a:ext uri="{FF2B5EF4-FFF2-40B4-BE49-F238E27FC236}">
                <a16:creationId xmlns:a16="http://schemas.microsoft.com/office/drawing/2014/main" id="{A45A79FF-5FB8-7025-D17B-84CB203AD554}"/>
              </a:ext>
            </a:extLst>
          </p:cNvPr>
          <p:cNvSpPr txBox="1"/>
          <p:nvPr userDrawn="1"/>
        </p:nvSpPr>
        <p:spPr>
          <a:xfrm>
            <a:off x="9197438" y="4027546"/>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06</a:t>
            </a:r>
            <a:endParaRPr lang="en-US" sz="2400" b="1" i="0">
              <a:solidFill>
                <a:schemeClr val="bg1"/>
              </a:solidFill>
              <a:latin typeface="DM Sans SemiBold" pitchFamily="2" charset="77"/>
            </a:endParaRPr>
          </a:p>
        </p:txBody>
      </p:sp>
      <p:sp>
        <p:nvSpPr>
          <p:cNvPr id="37" name="Text Placeholder 40">
            <a:extLst>
              <a:ext uri="{FF2B5EF4-FFF2-40B4-BE49-F238E27FC236}">
                <a16:creationId xmlns:a16="http://schemas.microsoft.com/office/drawing/2014/main" id="{37D84695-5122-FAC0-473E-25FD0A05DC89}"/>
              </a:ext>
            </a:extLst>
          </p:cNvPr>
          <p:cNvSpPr>
            <a:spLocks noGrp="1"/>
          </p:cNvSpPr>
          <p:nvPr>
            <p:ph type="body" sz="quarter" idx="13" hasCustomPrompt="1"/>
          </p:nvPr>
        </p:nvSpPr>
        <p:spPr>
          <a:xfrm>
            <a:off x="1114198" y="3142622"/>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38" name="Text Placeholder 42">
            <a:extLst>
              <a:ext uri="{FF2B5EF4-FFF2-40B4-BE49-F238E27FC236}">
                <a16:creationId xmlns:a16="http://schemas.microsoft.com/office/drawing/2014/main" id="{079EDFD8-9C53-AF8C-578D-F35DCC7DFD14}"/>
              </a:ext>
            </a:extLst>
          </p:cNvPr>
          <p:cNvSpPr>
            <a:spLocks noGrp="1"/>
          </p:cNvSpPr>
          <p:nvPr>
            <p:ph type="body" sz="quarter" idx="14" hasCustomPrompt="1"/>
          </p:nvPr>
        </p:nvSpPr>
        <p:spPr>
          <a:xfrm>
            <a:off x="1756196" y="2767603"/>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39" name="Text Placeholder 40">
            <a:extLst>
              <a:ext uri="{FF2B5EF4-FFF2-40B4-BE49-F238E27FC236}">
                <a16:creationId xmlns:a16="http://schemas.microsoft.com/office/drawing/2014/main" id="{D5301391-5AEA-C022-CFB3-B97DC7228809}"/>
              </a:ext>
            </a:extLst>
          </p:cNvPr>
          <p:cNvSpPr>
            <a:spLocks noGrp="1"/>
          </p:cNvSpPr>
          <p:nvPr>
            <p:ph type="body" sz="quarter" idx="15" hasCustomPrompt="1"/>
          </p:nvPr>
        </p:nvSpPr>
        <p:spPr>
          <a:xfrm>
            <a:off x="4626141" y="3142622"/>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40" name="Text Placeholder 42">
            <a:extLst>
              <a:ext uri="{FF2B5EF4-FFF2-40B4-BE49-F238E27FC236}">
                <a16:creationId xmlns:a16="http://schemas.microsoft.com/office/drawing/2014/main" id="{2375073D-595E-BC08-EA28-6DD1EDD010FD}"/>
              </a:ext>
            </a:extLst>
          </p:cNvPr>
          <p:cNvSpPr>
            <a:spLocks noGrp="1"/>
          </p:cNvSpPr>
          <p:nvPr>
            <p:ph type="body" sz="quarter" idx="16" hasCustomPrompt="1"/>
          </p:nvPr>
        </p:nvSpPr>
        <p:spPr>
          <a:xfrm>
            <a:off x="5268139" y="2767603"/>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41" name="Text Placeholder 40">
            <a:extLst>
              <a:ext uri="{FF2B5EF4-FFF2-40B4-BE49-F238E27FC236}">
                <a16:creationId xmlns:a16="http://schemas.microsoft.com/office/drawing/2014/main" id="{56E27C30-818F-F236-3467-9C3F15B1101C}"/>
              </a:ext>
            </a:extLst>
          </p:cNvPr>
          <p:cNvSpPr>
            <a:spLocks noGrp="1"/>
          </p:cNvSpPr>
          <p:nvPr>
            <p:ph type="body" sz="quarter" idx="17" hasCustomPrompt="1"/>
          </p:nvPr>
        </p:nvSpPr>
        <p:spPr>
          <a:xfrm>
            <a:off x="8128145" y="3142622"/>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42" name="Text Placeholder 42">
            <a:extLst>
              <a:ext uri="{FF2B5EF4-FFF2-40B4-BE49-F238E27FC236}">
                <a16:creationId xmlns:a16="http://schemas.microsoft.com/office/drawing/2014/main" id="{4EE37666-A153-5147-59BE-F45286CD2F74}"/>
              </a:ext>
            </a:extLst>
          </p:cNvPr>
          <p:cNvSpPr>
            <a:spLocks noGrp="1"/>
          </p:cNvSpPr>
          <p:nvPr>
            <p:ph type="body" sz="quarter" idx="18" hasCustomPrompt="1"/>
          </p:nvPr>
        </p:nvSpPr>
        <p:spPr>
          <a:xfrm>
            <a:off x="8770143" y="2767603"/>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43" name="Text Placeholder 40">
            <a:extLst>
              <a:ext uri="{FF2B5EF4-FFF2-40B4-BE49-F238E27FC236}">
                <a16:creationId xmlns:a16="http://schemas.microsoft.com/office/drawing/2014/main" id="{0D339816-1490-7AF7-7CF6-8AEB9C9411A2}"/>
              </a:ext>
            </a:extLst>
          </p:cNvPr>
          <p:cNvSpPr>
            <a:spLocks noGrp="1"/>
          </p:cNvSpPr>
          <p:nvPr>
            <p:ph type="body" sz="quarter" idx="19" hasCustomPrompt="1"/>
          </p:nvPr>
        </p:nvSpPr>
        <p:spPr>
          <a:xfrm>
            <a:off x="8128145" y="5128539"/>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44" name="Text Placeholder 42">
            <a:extLst>
              <a:ext uri="{FF2B5EF4-FFF2-40B4-BE49-F238E27FC236}">
                <a16:creationId xmlns:a16="http://schemas.microsoft.com/office/drawing/2014/main" id="{20CA9E49-13FF-7CEA-EDCB-1EDC5D520551}"/>
              </a:ext>
            </a:extLst>
          </p:cNvPr>
          <p:cNvSpPr>
            <a:spLocks noGrp="1"/>
          </p:cNvSpPr>
          <p:nvPr>
            <p:ph type="body" sz="quarter" idx="20" hasCustomPrompt="1"/>
          </p:nvPr>
        </p:nvSpPr>
        <p:spPr>
          <a:xfrm>
            <a:off x="8770143" y="4766220"/>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45" name="Text Placeholder 40">
            <a:extLst>
              <a:ext uri="{FF2B5EF4-FFF2-40B4-BE49-F238E27FC236}">
                <a16:creationId xmlns:a16="http://schemas.microsoft.com/office/drawing/2014/main" id="{A6DA32DC-3191-3C20-F1EA-AC433493F3EE}"/>
              </a:ext>
            </a:extLst>
          </p:cNvPr>
          <p:cNvSpPr>
            <a:spLocks noGrp="1"/>
          </p:cNvSpPr>
          <p:nvPr>
            <p:ph type="body" sz="quarter" idx="21" hasCustomPrompt="1"/>
          </p:nvPr>
        </p:nvSpPr>
        <p:spPr>
          <a:xfrm>
            <a:off x="1114198" y="5128539"/>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46" name="Text Placeholder 42">
            <a:extLst>
              <a:ext uri="{FF2B5EF4-FFF2-40B4-BE49-F238E27FC236}">
                <a16:creationId xmlns:a16="http://schemas.microsoft.com/office/drawing/2014/main" id="{B3E58E42-A1AF-2A16-BAC6-F579F0275233}"/>
              </a:ext>
            </a:extLst>
          </p:cNvPr>
          <p:cNvSpPr>
            <a:spLocks noGrp="1"/>
          </p:cNvSpPr>
          <p:nvPr>
            <p:ph type="body" sz="quarter" idx="22" hasCustomPrompt="1"/>
          </p:nvPr>
        </p:nvSpPr>
        <p:spPr>
          <a:xfrm>
            <a:off x="1756196" y="4766220"/>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47" name="Text Placeholder 40">
            <a:extLst>
              <a:ext uri="{FF2B5EF4-FFF2-40B4-BE49-F238E27FC236}">
                <a16:creationId xmlns:a16="http://schemas.microsoft.com/office/drawing/2014/main" id="{3CBB8414-5D90-B263-6F17-F20E751F8A0C}"/>
              </a:ext>
            </a:extLst>
          </p:cNvPr>
          <p:cNvSpPr>
            <a:spLocks noGrp="1"/>
          </p:cNvSpPr>
          <p:nvPr>
            <p:ph type="body" sz="quarter" idx="23" hasCustomPrompt="1"/>
          </p:nvPr>
        </p:nvSpPr>
        <p:spPr>
          <a:xfrm>
            <a:off x="4626141" y="5128539"/>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48" name="Text Placeholder 42">
            <a:extLst>
              <a:ext uri="{FF2B5EF4-FFF2-40B4-BE49-F238E27FC236}">
                <a16:creationId xmlns:a16="http://schemas.microsoft.com/office/drawing/2014/main" id="{6B23F4F9-032B-6A24-2976-A4C7D0AD4381}"/>
              </a:ext>
            </a:extLst>
          </p:cNvPr>
          <p:cNvSpPr>
            <a:spLocks noGrp="1"/>
          </p:cNvSpPr>
          <p:nvPr>
            <p:ph type="body" sz="quarter" idx="24" hasCustomPrompt="1"/>
          </p:nvPr>
        </p:nvSpPr>
        <p:spPr>
          <a:xfrm>
            <a:off x="5268139" y="4766220"/>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pic>
        <p:nvPicPr>
          <p:cNvPr id="13" name="Picture 12" descr="A white letter e in a black background&#10;&#10;AI-generated content may be incorrect.">
            <a:extLst>
              <a:ext uri="{FF2B5EF4-FFF2-40B4-BE49-F238E27FC236}">
                <a16:creationId xmlns:a16="http://schemas.microsoft.com/office/drawing/2014/main" id="{69ACFDB1-8AE8-F482-9987-6E197619C799}"/>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7" name="Rectangle 6">
            <a:hlinkClick r:id="rId4"/>
            <a:extLst>
              <a:ext uri="{FF2B5EF4-FFF2-40B4-BE49-F238E27FC236}">
                <a16:creationId xmlns:a16="http://schemas.microsoft.com/office/drawing/2014/main" id="{C0395FCA-0068-BC37-E780-87D61649D63C}"/>
              </a:ext>
            </a:extLst>
          </p:cNvPr>
          <p:cNvSpPr/>
          <p:nvPr userDrawn="1"/>
        </p:nvSpPr>
        <p:spPr>
          <a:xfrm>
            <a:off x="280187" y="6098485"/>
            <a:ext cx="899188" cy="4622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Text Placeholder 11">
            <a:extLst>
              <a:ext uri="{FF2B5EF4-FFF2-40B4-BE49-F238E27FC236}">
                <a16:creationId xmlns:a16="http://schemas.microsoft.com/office/drawing/2014/main" id="{0B272A08-0ECF-E426-5A52-8F040C674C7F}"/>
              </a:ext>
            </a:extLst>
          </p:cNvPr>
          <p:cNvSpPr>
            <a:spLocks noGrp="1"/>
          </p:cNvSpPr>
          <p:nvPr>
            <p:ph type="body" sz="quarter" idx="34" hasCustomPrompt="1"/>
          </p:nvPr>
        </p:nvSpPr>
        <p:spPr>
          <a:xfrm>
            <a:off x="331536" y="842300"/>
            <a:ext cx="7055852"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8" name="TextBox 7">
            <a:extLst>
              <a:ext uri="{FF2B5EF4-FFF2-40B4-BE49-F238E27FC236}">
                <a16:creationId xmlns:a16="http://schemas.microsoft.com/office/drawing/2014/main" id="{2ADC6A1E-2913-0575-087E-8B3FFC32A527}"/>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0" name="Straight Connector 9">
            <a:extLst>
              <a:ext uri="{FF2B5EF4-FFF2-40B4-BE49-F238E27FC236}">
                <a16:creationId xmlns:a16="http://schemas.microsoft.com/office/drawing/2014/main" id="{312CB921-106D-68EC-832A-C45ECBBD9264}"/>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F8646A86-346F-0C0C-6F55-D4D01F5C3634}"/>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4" name="TextBox 13">
            <a:extLst>
              <a:ext uri="{FF2B5EF4-FFF2-40B4-BE49-F238E27FC236}">
                <a16:creationId xmlns:a16="http://schemas.microsoft.com/office/drawing/2014/main" id="{A822D7C0-5AC9-7770-D3F7-3FF6F4A9B2D5}"/>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41004704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pic>
        <p:nvPicPr>
          <p:cNvPr id="8" name="Picture 7" descr="A blue and green swirly background&#10;&#10;AI-generated content may be incorrect.">
            <a:extLst>
              <a:ext uri="{FF2B5EF4-FFF2-40B4-BE49-F238E27FC236}">
                <a16:creationId xmlns:a16="http://schemas.microsoft.com/office/drawing/2014/main" id="{054EE1D8-0838-8C94-7E9E-02F72BF41FA9}"/>
              </a:ext>
            </a:extLst>
          </p:cNvPr>
          <p:cNvPicPr>
            <a:picLocks noChangeAspect="1"/>
          </p:cNvPicPr>
          <p:nvPr userDrawn="1"/>
        </p:nvPicPr>
        <p:blipFill>
          <a:blip r:embed="rId2">
            <a:alphaModFix amt="80000"/>
          </a:blip>
          <a:stretch>
            <a:fillRect/>
          </a:stretch>
        </p:blipFill>
        <p:spPr>
          <a:xfrm>
            <a:off x="2467" y="-1388"/>
            <a:ext cx="12189533" cy="6859388"/>
          </a:xfrm>
          <a:prstGeom prst="rect">
            <a:avLst/>
          </a:prstGeom>
        </p:spPr>
      </p:pic>
      <p:cxnSp>
        <p:nvCxnSpPr>
          <p:cNvPr id="16" name="Straight Connector 15">
            <a:extLst>
              <a:ext uri="{FF2B5EF4-FFF2-40B4-BE49-F238E27FC236}">
                <a16:creationId xmlns:a16="http://schemas.microsoft.com/office/drawing/2014/main" id="{D9414D16-6D1B-61EA-DB57-F1072056DC26}"/>
              </a:ext>
            </a:extLst>
          </p:cNvPr>
          <p:cNvCxnSpPr>
            <a:cxnSpLocks/>
          </p:cNvCxnSpPr>
          <p:nvPr userDrawn="1"/>
        </p:nvCxnSpPr>
        <p:spPr>
          <a:xfrm>
            <a:off x="301117" y="2208581"/>
            <a:ext cx="1016816" cy="0"/>
          </a:xfrm>
          <a:prstGeom prst="line">
            <a:avLst/>
          </a:prstGeom>
          <a:ln w="28575">
            <a:solidFill>
              <a:srgbClr val="A1BF24"/>
            </a:solidFill>
          </a:ln>
        </p:spPr>
        <p:style>
          <a:lnRef idx="1">
            <a:schemeClr val="accent6"/>
          </a:lnRef>
          <a:fillRef idx="0">
            <a:schemeClr val="accent6"/>
          </a:fillRef>
          <a:effectRef idx="0">
            <a:schemeClr val="accent6"/>
          </a:effectRef>
          <a:fontRef idx="minor">
            <a:schemeClr val="tx1"/>
          </a:fontRef>
        </p:style>
      </p:cxnSp>
      <p:sp>
        <p:nvSpPr>
          <p:cNvPr id="20" name="Text Placeholder 11">
            <a:extLst>
              <a:ext uri="{FF2B5EF4-FFF2-40B4-BE49-F238E27FC236}">
                <a16:creationId xmlns:a16="http://schemas.microsoft.com/office/drawing/2014/main" id="{CAA6D0D9-B364-7392-9FD9-C760A4623671}"/>
              </a:ext>
            </a:extLst>
          </p:cNvPr>
          <p:cNvSpPr>
            <a:spLocks noGrp="1"/>
          </p:cNvSpPr>
          <p:nvPr>
            <p:ph type="body" sz="quarter" idx="12" hasCustomPrompt="1"/>
          </p:nvPr>
        </p:nvSpPr>
        <p:spPr>
          <a:xfrm>
            <a:off x="309697" y="2425193"/>
            <a:ext cx="3382537" cy="2931274"/>
          </a:xfrm>
          <a:prstGeom prst="rect">
            <a:avLst/>
          </a:prstGeom>
        </p:spPr>
        <p:txBody>
          <a:bodyPr lIns="0"/>
          <a:lstStyle>
            <a:lvl1pPr marL="0" indent="0">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br>
              <a:rPr lang="en-GB"/>
            </a:br>
            <a:br>
              <a:rPr lang="en-GB"/>
            </a:b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esse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p>
          <a:p>
            <a:pPr lvl="0"/>
            <a:endParaRPr lang="en-GB"/>
          </a:p>
          <a:p>
            <a:pPr lvl="0"/>
            <a:r>
              <a:rPr lang="en-GB"/>
              <a:t>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24" name="Chart Placeholder 23">
            <a:extLst>
              <a:ext uri="{FF2B5EF4-FFF2-40B4-BE49-F238E27FC236}">
                <a16:creationId xmlns:a16="http://schemas.microsoft.com/office/drawing/2014/main" id="{1B9C2D24-A09E-44DC-CB13-150B7E188C4D}"/>
              </a:ext>
            </a:extLst>
          </p:cNvPr>
          <p:cNvSpPr>
            <a:spLocks noGrp="1"/>
          </p:cNvSpPr>
          <p:nvPr>
            <p:ph type="chart" sz="quarter" idx="13"/>
          </p:nvPr>
        </p:nvSpPr>
        <p:spPr>
          <a:xfrm>
            <a:off x="5041899" y="1174750"/>
            <a:ext cx="6840403" cy="4597399"/>
          </a:xfrm>
          <a:prstGeom prst="rect">
            <a:avLst/>
          </a:prstGeom>
          <a:ln>
            <a:solidFill>
              <a:schemeClr val="bg1"/>
            </a:solidFill>
          </a:ln>
        </p:spPr>
        <p:txBody>
          <a:bodyPr/>
          <a:lstStyle/>
          <a:p>
            <a:endParaRPr lang="en-GB"/>
          </a:p>
        </p:txBody>
      </p:sp>
      <p:pic>
        <p:nvPicPr>
          <p:cNvPr id="6" name="Picture 5" descr="A white letter e in a black background&#10;&#10;AI-generated content may be incorrect.">
            <a:extLst>
              <a:ext uri="{FF2B5EF4-FFF2-40B4-BE49-F238E27FC236}">
                <a16:creationId xmlns:a16="http://schemas.microsoft.com/office/drawing/2014/main" id="{451B4ED0-3CB7-25C0-3181-B8B98F848DC1}"/>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12" name="Text Placeholder 11">
            <a:extLst>
              <a:ext uri="{FF2B5EF4-FFF2-40B4-BE49-F238E27FC236}">
                <a16:creationId xmlns:a16="http://schemas.microsoft.com/office/drawing/2014/main" id="{B0903AFE-7B08-0110-F0FC-AEEC907295E8}"/>
              </a:ext>
            </a:extLst>
          </p:cNvPr>
          <p:cNvSpPr>
            <a:spLocks noGrp="1"/>
          </p:cNvSpPr>
          <p:nvPr>
            <p:ph type="body" sz="quarter" idx="34" hasCustomPrompt="1"/>
          </p:nvPr>
        </p:nvSpPr>
        <p:spPr>
          <a:xfrm>
            <a:off x="331536" y="842300"/>
            <a:ext cx="4123636"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7" name="TextBox 6">
            <a:extLst>
              <a:ext uri="{FF2B5EF4-FFF2-40B4-BE49-F238E27FC236}">
                <a16:creationId xmlns:a16="http://schemas.microsoft.com/office/drawing/2014/main" id="{5F5A1745-BE4F-AE5A-9EFB-F9DE8E260664}"/>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1" name="Straight Connector 10">
            <a:extLst>
              <a:ext uri="{FF2B5EF4-FFF2-40B4-BE49-F238E27FC236}">
                <a16:creationId xmlns:a16="http://schemas.microsoft.com/office/drawing/2014/main" id="{BC3D5A63-AF7F-3771-9C3F-F1F720683D85}"/>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DF890255-C0AC-922F-E42E-DD77168C9842}"/>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4" name="TextBox 13">
            <a:extLst>
              <a:ext uri="{FF2B5EF4-FFF2-40B4-BE49-F238E27FC236}">
                <a16:creationId xmlns:a16="http://schemas.microsoft.com/office/drawing/2014/main" id="{AE3B89BF-07B4-A53E-2744-229DFFF2BE80}"/>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2538816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8" name="Picture 7" descr="A blue and white background&#10;&#10;AI-generated content may be incorrect.">
            <a:extLst>
              <a:ext uri="{FF2B5EF4-FFF2-40B4-BE49-F238E27FC236}">
                <a16:creationId xmlns:a16="http://schemas.microsoft.com/office/drawing/2014/main" id="{749E0817-7181-8878-A87E-1726462404C4}"/>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6" name="Text Placeholder 11">
            <a:extLst>
              <a:ext uri="{FF2B5EF4-FFF2-40B4-BE49-F238E27FC236}">
                <a16:creationId xmlns:a16="http://schemas.microsoft.com/office/drawing/2014/main" id="{E3E57E46-DA62-29E6-0BA1-58D8ABAFC0C3}"/>
              </a:ext>
            </a:extLst>
          </p:cNvPr>
          <p:cNvSpPr>
            <a:spLocks noGrp="1"/>
          </p:cNvSpPr>
          <p:nvPr>
            <p:ph type="body" sz="quarter" idx="11" hasCustomPrompt="1"/>
          </p:nvPr>
        </p:nvSpPr>
        <p:spPr>
          <a:xfrm>
            <a:off x="316262" y="1175104"/>
            <a:ext cx="2526282" cy="490643"/>
          </a:xfrm>
          <a:prstGeom prst="rect">
            <a:avLst/>
          </a:prstGeom>
        </p:spPr>
        <p:txBody>
          <a:bodyPr lIns="0"/>
          <a:lstStyle>
            <a:lvl1pPr marL="0" indent="0">
              <a:buNone/>
              <a:defRPr sz="32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7" name="Text Placeholder 11">
            <a:extLst>
              <a:ext uri="{FF2B5EF4-FFF2-40B4-BE49-F238E27FC236}">
                <a16:creationId xmlns:a16="http://schemas.microsoft.com/office/drawing/2014/main" id="{A6A10FBA-B093-1747-3106-95717E030713}"/>
              </a:ext>
            </a:extLst>
          </p:cNvPr>
          <p:cNvSpPr>
            <a:spLocks noGrp="1"/>
          </p:cNvSpPr>
          <p:nvPr>
            <p:ph type="body" sz="quarter" idx="12" hasCustomPrompt="1"/>
          </p:nvPr>
        </p:nvSpPr>
        <p:spPr>
          <a:xfrm>
            <a:off x="316262" y="2242574"/>
            <a:ext cx="2450819" cy="2931274"/>
          </a:xfrm>
          <a:prstGeom prst="rect">
            <a:avLst/>
          </a:prstGeom>
        </p:spPr>
        <p:txBody>
          <a:bodyPr lIns="0"/>
          <a:lstStyle>
            <a:lvl1pPr marL="0" indent="0">
              <a:buNone/>
              <a:defRPr sz="11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br>
              <a:rPr lang="en-GB"/>
            </a:br>
            <a:br>
              <a:rPr lang="en-GB"/>
            </a:b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esse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p>
          <a:p>
            <a:pPr lvl="0"/>
            <a:endParaRPr lang="en-GB"/>
          </a:p>
          <a:p>
            <a:pPr lvl="0"/>
            <a:r>
              <a:rPr lang="en-GB"/>
              <a:t>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35" name="Chart Placeholder 34">
            <a:extLst>
              <a:ext uri="{FF2B5EF4-FFF2-40B4-BE49-F238E27FC236}">
                <a16:creationId xmlns:a16="http://schemas.microsoft.com/office/drawing/2014/main" id="{38201631-928B-5F09-BEF5-E4020D85BDA3}"/>
              </a:ext>
            </a:extLst>
          </p:cNvPr>
          <p:cNvSpPr>
            <a:spLocks noGrp="1"/>
          </p:cNvSpPr>
          <p:nvPr>
            <p:ph type="chart" sz="quarter" idx="19"/>
          </p:nvPr>
        </p:nvSpPr>
        <p:spPr>
          <a:xfrm>
            <a:off x="3298264" y="1174750"/>
            <a:ext cx="4889500" cy="4788727"/>
          </a:xfrm>
          <a:prstGeom prst="rect">
            <a:avLst/>
          </a:prstGeom>
        </p:spPr>
        <p:txBody>
          <a:bodyPr/>
          <a:lstStyle/>
          <a:p>
            <a:endParaRPr lang="en-GB"/>
          </a:p>
        </p:txBody>
      </p:sp>
      <p:pic>
        <p:nvPicPr>
          <p:cNvPr id="6" name="Picture 5" descr="A white letter e in a black background&#10;&#10;AI-generated content may be incorrect.">
            <a:extLst>
              <a:ext uri="{FF2B5EF4-FFF2-40B4-BE49-F238E27FC236}">
                <a16:creationId xmlns:a16="http://schemas.microsoft.com/office/drawing/2014/main" id="{9208B8D2-F4C3-97BD-1241-F0D6F0F3D52F}"/>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9" name="Rounded Rectangle 8">
            <a:extLst>
              <a:ext uri="{FF2B5EF4-FFF2-40B4-BE49-F238E27FC236}">
                <a16:creationId xmlns:a16="http://schemas.microsoft.com/office/drawing/2014/main" id="{378C53AF-7A26-712F-B05E-C1150DD8D26D}"/>
              </a:ext>
            </a:extLst>
          </p:cNvPr>
          <p:cNvSpPr/>
          <p:nvPr userDrawn="1"/>
        </p:nvSpPr>
        <p:spPr>
          <a:xfrm>
            <a:off x="8643484" y="745083"/>
            <a:ext cx="4170218" cy="1453494"/>
          </a:xfrm>
          <a:prstGeom prst="roundRect">
            <a:avLst>
              <a:gd name="adj" fmla="val 7135"/>
            </a:avLst>
          </a:pr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Rounded Rectangle 9">
            <a:extLst>
              <a:ext uri="{FF2B5EF4-FFF2-40B4-BE49-F238E27FC236}">
                <a16:creationId xmlns:a16="http://schemas.microsoft.com/office/drawing/2014/main" id="{72054497-2064-AF4D-31D2-CB0BF1DCCBC0}"/>
              </a:ext>
            </a:extLst>
          </p:cNvPr>
          <p:cNvSpPr/>
          <p:nvPr userDrawn="1"/>
        </p:nvSpPr>
        <p:spPr>
          <a:xfrm>
            <a:off x="8643484" y="2485952"/>
            <a:ext cx="4170218" cy="1453494"/>
          </a:xfrm>
          <a:prstGeom prst="roundRect">
            <a:avLst>
              <a:gd name="adj" fmla="val 7135"/>
            </a:avLst>
          </a:pr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Rounded Rectangle 10">
            <a:extLst>
              <a:ext uri="{FF2B5EF4-FFF2-40B4-BE49-F238E27FC236}">
                <a16:creationId xmlns:a16="http://schemas.microsoft.com/office/drawing/2014/main" id="{01E76C9D-DB29-273D-5A12-46C0BCD3EE3D}"/>
              </a:ext>
            </a:extLst>
          </p:cNvPr>
          <p:cNvSpPr/>
          <p:nvPr userDrawn="1"/>
        </p:nvSpPr>
        <p:spPr>
          <a:xfrm>
            <a:off x="8643484" y="4201204"/>
            <a:ext cx="4170218" cy="1453494"/>
          </a:xfrm>
          <a:prstGeom prst="roundRect">
            <a:avLst>
              <a:gd name="adj" fmla="val 7135"/>
            </a:avLst>
          </a:pr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40">
            <a:extLst>
              <a:ext uri="{FF2B5EF4-FFF2-40B4-BE49-F238E27FC236}">
                <a16:creationId xmlns:a16="http://schemas.microsoft.com/office/drawing/2014/main" id="{C1F2198F-2FC2-6C60-E1F1-5835640900B1}"/>
              </a:ext>
            </a:extLst>
          </p:cNvPr>
          <p:cNvSpPr>
            <a:spLocks noGrp="1"/>
          </p:cNvSpPr>
          <p:nvPr>
            <p:ph type="body" sz="quarter" idx="13" hasCustomPrompt="1"/>
          </p:nvPr>
        </p:nvSpPr>
        <p:spPr>
          <a:xfrm>
            <a:off x="8818008" y="1345825"/>
            <a:ext cx="2991656" cy="620712"/>
          </a:xfrm>
          <a:prstGeom prst="rect">
            <a:avLst/>
          </a:prstGeom>
        </p:spPr>
        <p:txBody>
          <a:bodyPr lIns="0"/>
          <a:lstStyle>
            <a:lvl1pPr marL="0" indent="0">
              <a:buNone/>
              <a:defRPr sz="1000" b="0" i="0">
                <a:solidFill>
                  <a:schemeClr val="bg1"/>
                </a:solidFill>
                <a:latin typeface="DM Sans ExtraLight" pitchFamily="2" charset="77"/>
              </a:defRPr>
            </a:lvl1pPr>
            <a:lvl2pPr>
              <a:defRPr sz="1000"/>
            </a:lvl2pPr>
            <a:lvl3pPr>
              <a:defRPr sz="1000"/>
            </a:lvl3pPr>
            <a:lvl4pPr>
              <a:defRPr sz="1000"/>
            </a:lvl4pPr>
            <a:lvl5pPr>
              <a:defRPr sz="1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US" sz="1000">
              <a:solidFill>
                <a:schemeClr val="bg1"/>
              </a:solidFill>
              <a:latin typeface="Myriad Pro Light" panose="020B0403030403020204" pitchFamily="34" charset="0"/>
            </a:endParaRPr>
          </a:p>
        </p:txBody>
      </p:sp>
      <p:sp>
        <p:nvSpPr>
          <p:cNvPr id="13" name="Text Placeholder 42">
            <a:extLst>
              <a:ext uri="{FF2B5EF4-FFF2-40B4-BE49-F238E27FC236}">
                <a16:creationId xmlns:a16="http://schemas.microsoft.com/office/drawing/2014/main" id="{FC983820-2344-B66C-D7AC-E44130D60AC4}"/>
              </a:ext>
            </a:extLst>
          </p:cNvPr>
          <p:cNvSpPr>
            <a:spLocks noGrp="1"/>
          </p:cNvSpPr>
          <p:nvPr>
            <p:ph type="body" sz="quarter" idx="14" hasCustomPrompt="1"/>
          </p:nvPr>
        </p:nvSpPr>
        <p:spPr>
          <a:xfrm>
            <a:off x="8818008" y="979754"/>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14" name="Text Placeholder 40">
            <a:extLst>
              <a:ext uri="{FF2B5EF4-FFF2-40B4-BE49-F238E27FC236}">
                <a16:creationId xmlns:a16="http://schemas.microsoft.com/office/drawing/2014/main" id="{2DD6F3A4-340F-B16D-E8E3-21607AF403C9}"/>
              </a:ext>
            </a:extLst>
          </p:cNvPr>
          <p:cNvSpPr>
            <a:spLocks noGrp="1"/>
          </p:cNvSpPr>
          <p:nvPr>
            <p:ph type="body" sz="quarter" idx="15" hasCustomPrompt="1"/>
          </p:nvPr>
        </p:nvSpPr>
        <p:spPr>
          <a:xfrm>
            <a:off x="8818008" y="3083737"/>
            <a:ext cx="2991656" cy="620712"/>
          </a:xfrm>
          <a:prstGeom prst="rect">
            <a:avLst/>
          </a:prstGeom>
        </p:spPr>
        <p:txBody>
          <a:bodyPr lIns="0"/>
          <a:lstStyle>
            <a:lvl1pPr marL="0" indent="0">
              <a:buNone/>
              <a:defRPr sz="1000" b="0" i="0">
                <a:solidFill>
                  <a:schemeClr val="bg1"/>
                </a:solidFill>
                <a:latin typeface="DM Sans ExtraLight" pitchFamily="2" charset="77"/>
              </a:defRPr>
            </a:lvl1pPr>
            <a:lvl2pPr>
              <a:defRPr sz="1000"/>
            </a:lvl2pPr>
            <a:lvl3pPr>
              <a:defRPr sz="1000"/>
            </a:lvl3pPr>
            <a:lvl4pPr>
              <a:defRPr sz="1000"/>
            </a:lvl4pPr>
            <a:lvl5pPr>
              <a:defRPr sz="1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US" sz="1000">
              <a:solidFill>
                <a:schemeClr val="bg1"/>
              </a:solidFill>
              <a:latin typeface="Myriad Pro Light" panose="020B0403030403020204" pitchFamily="34" charset="0"/>
            </a:endParaRPr>
          </a:p>
        </p:txBody>
      </p:sp>
      <p:sp>
        <p:nvSpPr>
          <p:cNvPr id="15" name="Text Placeholder 42">
            <a:extLst>
              <a:ext uri="{FF2B5EF4-FFF2-40B4-BE49-F238E27FC236}">
                <a16:creationId xmlns:a16="http://schemas.microsoft.com/office/drawing/2014/main" id="{B60BC096-B197-0353-512F-EA6A084B418B}"/>
              </a:ext>
            </a:extLst>
          </p:cNvPr>
          <p:cNvSpPr>
            <a:spLocks noGrp="1"/>
          </p:cNvSpPr>
          <p:nvPr>
            <p:ph type="body" sz="quarter" idx="16" hasCustomPrompt="1"/>
          </p:nvPr>
        </p:nvSpPr>
        <p:spPr>
          <a:xfrm>
            <a:off x="8818008" y="2717666"/>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16" name="Text Placeholder 40">
            <a:extLst>
              <a:ext uri="{FF2B5EF4-FFF2-40B4-BE49-F238E27FC236}">
                <a16:creationId xmlns:a16="http://schemas.microsoft.com/office/drawing/2014/main" id="{3F7AB6C8-257B-0B5F-D420-69B92BAA2490}"/>
              </a:ext>
            </a:extLst>
          </p:cNvPr>
          <p:cNvSpPr>
            <a:spLocks noGrp="1"/>
          </p:cNvSpPr>
          <p:nvPr>
            <p:ph type="body" sz="quarter" idx="17" hasCustomPrompt="1"/>
          </p:nvPr>
        </p:nvSpPr>
        <p:spPr>
          <a:xfrm>
            <a:off x="8818008" y="4842761"/>
            <a:ext cx="2991656" cy="620712"/>
          </a:xfrm>
          <a:prstGeom prst="rect">
            <a:avLst/>
          </a:prstGeom>
        </p:spPr>
        <p:txBody>
          <a:bodyPr lIns="0"/>
          <a:lstStyle>
            <a:lvl1pPr marL="0" indent="0">
              <a:buNone/>
              <a:defRPr sz="1000" b="0" i="0">
                <a:solidFill>
                  <a:schemeClr val="bg1"/>
                </a:solidFill>
                <a:latin typeface="DM Sans ExtraLight" pitchFamily="2" charset="77"/>
              </a:defRPr>
            </a:lvl1pPr>
            <a:lvl2pPr>
              <a:defRPr sz="1000"/>
            </a:lvl2pPr>
            <a:lvl3pPr>
              <a:defRPr sz="1000"/>
            </a:lvl3pPr>
            <a:lvl4pPr>
              <a:defRPr sz="1000"/>
            </a:lvl4pPr>
            <a:lvl5pPr>
              <a:defRPr sz="1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US" sz="1000">
              <a:solidFill>
                <a:schemeClr val="bg1"/>
              </a:solidFill>
              <a:latin typeface="Myriad Pro Light" panose="020B0403030403020204" pitchFamily="34" charset="0"/>
            </a:endParaRPr>
          </a:p>
        </p:txBody>
      </p:sp>
      <p:sp>
        <p:nvSpPr>
          <p:cNvPr id="17" name="Text Placeholder 42">
            <a:extLst>
              <a:ext uri="{FF2B5EF4-FFF2-40B4-BE49-F238E27FC236}">
                <a16:creationId xmlns:a16="http://schemas.microsoft.com/office/drawing/2014/main" id="{14F4E3BA-4B56-BC26-B424-15A3E60BBD58}"/>
              </a:ext>
            </a:extLst>
          </p:cNvPr>
          <p:cNvSpPr>
            <a:spLocks noGrp="1"/>
          </p:cNvSpPr>
          <p:nvPr>
            <p:ph type="body" sz="quarter" idx="18" hasCustomPrompt="1"/>
          </p:nvPr>
        </p:nvSpPr>
        <p:spPr>
          <a:xfrm>
            <a:off x="8818008" y="4488722"/>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18" name="TextBox 17">
            <a:extLst>
              <a:ext uri="{FF2B5EF4-FFF2-40B4-BE49-F238E27FC236}">
                <a16:creationId xmlns:a16="http://schemas.microsoft.com/office/drawing/2014/main" id="{40E3415E-9323-5190-C901-C5F6B5A924A1}"/>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9" name="Straight Connector 18">
            <a:extLst>
              <a:ext uri="{FF2B5EF4-FFF2-40B4-BE49-F238E27FC236}">
                <a16:creationId xmlns:a16="http://schemas.microsoft.com/office/drawing/2014/main" id="{422CC456-9F17-4B8E-3BF0-F6FA86B176F6}"/>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0FB10E8F-B278-5977-D7F6-622F59F3A013}"/>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21" name="TextBox 20">
            <a:extLst>
              <a:ext uri="{FF2B5EF4-FFF2-40B4-BE49-F238E27FC236}">
                <a16:creationId xmlns:a16="http://schemas.microsoft.com/office/drawing/2014/main" id="{6442D621-5280-30C0-5157-571287D5D5A0}"/>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19374088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Vertical Text">
    <p:spTree>
      <p:nvGrpSpPr>
        <p:cNvPr id="1" name=""/>
        <p:cNvGrpSpPr/>
        <p:nvPr/>
      </p:nvGrpSpPr>
      <p:grpSpPr>
        <a:xfrm>
          <a:off x="0" y="0"/>
          <a:ext cx="0" cy="0"/>
          <a:chOff x="0" y="0"/>
          <a:chExt cx="0" cy="0"/>
        </a:xfrm>
      </p:grpSpPr>
      <p:pic>
        <p:nvPicPr>
          <p:cNvPr id="7" name="Picture 6" descr="A blue and black background&#10;&#10;AI-generated content may be incorrect.">
            <a:extLst>
              <a:ext uri="{FF2B5EF4-FFF2-40B4-BE49-F238E27FC236}">
                <a16:creationId xmlns:a16="http://schemas.microsoft.com/office/drawing/2014/main" id="{3C537DE2-137A-5467-3C47-A8D1E359FF2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21" name="Chart Placeholder 20">
            <a:extLst>
              <a:ext uri="{FF2B5EF4-FFF2-40B4-BE49-F238E27FC236}">
                <a16:creationId xmlns:a16="http://schemas.microsoft.com/office/drawing/2014/main" id="{C6F5E345-8F6E-3F01-4D2A-95E5D064F06E}"/>
              </a:ext>
            </a:extLst>
          </p:cNvPr>
          <p:cNvSpPr>
            <a:spLocks noGrp="1"/>
          </p:cNvSpPr>
          <p:nvPr>
            <p:ph type="chart" sz="quarter" idx="13"/>
          </p:nvPr>
        </p:nvSpPr>
        <p:spPr>
          <a:xfrm>
            <a:off x="304800" y="2471738"/>
            <a:ext cx="11582399" cy="3157537"/>
          </a:xfrm>
          <a:prstGeom prst="rect">
            <a:avLst/>
          </a:prstGeom>
        </p:spPr>
        <p:txBody>
          <a:bodyPr/>
          <a:lstStyle/>
          <a:p>
            <a:endParaRPr lang="en-GB"/>
          </a:p>
        </p:txBody>
      </p:sp>
      <p:pic>
        <p:nvPicPr>
          <p:cNvPr id="6" name="Picture 5" descr="A white letter e in a black background&#10;&#10;AI-generated content may be incorrect.">
            <a:extLst>
              <a:ext uri="{FF2B5EF4-FFF2-40B4-BE49-F238E27FC236}">
                <a16:creationId xmlns:a16="http://schemas.microsoft.com/office/drawing/2014/main" id="{5C984196-4B29-1D88-D0FD-2DA69C9B81A7}"/>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9" name="Rectangle 8">
            <a:hlinkClick r:id="rId4"/>
            <a:extLst>
              <a:ext uri="{FF2B5EF4-FFF2-40B4-BE49-F238E27FC236}">
                <a16:creationId xmlns:a16="http://schemas.microsoft.com/office/drawing/2014/main" id="{54BBBA5D-9035-117F-5D6E-A396B0D501E7}"/>
              </a:ext>
            </a:extLst>
          </p:cNvPr>
          <p:cNvSpPr/>
          <p:nvPr userDrawn="1"/>
        </p:nvSpPr>
        <p:spPr>
          <a:xfrm>
            <a:off x="280187" y="6098485"/>
            <a:ext cx="899188" cy="4622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ext Placeholder 11">
            <a:extLst>
              <a:ext uri="{FF2B5EF4-FFF2-40B4-BE49-F238E27FC236}">
                <a16:creationId xmlns:a16="http://schemas.microsoft.com/office/drawing/2014/main" id="{7B742A6D-3636-3AE5-ABDC-B766FA1F235A}"/>
              </a:ext>
            </a:extLst>
          </p:cNvPr>
          <p:cNvSpPr>
            <a:spLocks noGrp="1"/>
          </p:cNvSpPr>
          <p:nvPr>
            <p:ph type="body" sz="quarter" idx="33" hasCustomPrompt="1"/>
          </p:nvPr>
        </p:nvSpPr>
        <p:spPr>
          <a:xfrm>
            <a:off x="344631" y="1557877"/>
            <a:ext cx="8462485" cy="512004"/>
          </a:xfrm>
          <a:prstGeom prst="rect">
            <a:avLst/>
          </a:prstGeom>
        </p:spPr>
        <p:txBody>
          <a:bodyPr lIns="0"/>
          <a:lstStyle>
            <a:lvl1pPr marL="0" indent="0">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13" name="Text Placeholder 11">
            <a:extLst>
              <a:ext uri="{FF2B5EF4-FFF2-40B4-BE49-F238E27FC236}">
                <a16:creationId xmlns:a16="http://schemas.microsoft.com/office/drawing/2014/main" id="{01D5DA7F-2F00-2FB3-DFD8-BE24686BF667}"/>
              </a:ext>
            </a:extLst>
          </p:cNvPr>
          <p:cNvSpPr>
            <a:spLocks noGrp="1"/>
          </p:cNvSpPr>
          <p:nvPr>
            <p:ph type="body" sz="quarter" idx="11" hasCustomPrompt="1"/>
          </p:nvPr>
        </p:nvSpPr>
        <p:spPr>
          <a:xfrm>
            <a:off x="331535" y="842300"/>
            <a:ext cx="7055853"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0" name="TextBox 9">
            <a:extLst>
              <a:ext uri="{FF2B5EF4-FFF2-40B4-BE49-F238E27FC236}">
                <a16:creationId xmlns:a16="http://schemas.microsoft.com/office/drawing/2014/main" id="{C9989208-A47A-1D64-564F-3FBA4D48782F}"/>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1" name="Straight Connector 10">
            <a:extLst>
              <a:ext uri="{FF2B5EF4-FFF2-40B4-BE49-F238E27FC236}">
                <a16:creationId xmlns:a16="http://schemas.microsoft.com/office/drawing/2014/main" id="{7B18E55D-C0D9-5709-76BD-9FD9C24833E9}"/>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7A4A951-AFAC-CDB8-6D8A-0216F41E58FD}"/>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5" name="TextBox 14">
            <a:extLst>
              <a:ext uri="{FF2B5EF4-FFF2-40B4-BE49-F238E27FC236}">
                <a16:creationId xmlns:a16="http://schemas.microsoft.com/office/drawing/2014/main" id="{4F3F569B-9325-A36F-EE83-941F9E1F6AF6}"/>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2746835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Vertical Title and Text">
    <p:spTree>
      <p:nvGrpSpPr>
        <p:cNvPr id="1" name=""/>
        <p:cNvGrpSpPr/>
        <p:nvPr/>
      </p:nvGrpSpPr>
      <p:grpSpPr>
        <a:xfrm>
          <a:off x="0" y="0"/>
          <a:ext cx="0" cy="0"/>
          <a:chOff x="0" y="0"/>
          <a:chExt cx="0" cy="0"/>
        </a:xfrm>
      </p:grpSpPr>
      <p:pic>
        <p:nvPicPr>
          <p:cNvPr id="7" name="Picture 6" descr="A blue and black background&#10;&#10;AI-generated content may be incorrect.">
            <a:extLst>
              <a:ext uri="{FF2B5EF4-FFF2-40B4-BE49-F238E27FC236}">
                <a16:creationId xmlns:a16="http://schemas.microsoft.com/office/drawing/2014/main" id="{0D0620E5-E06A-82FC-BEDF-E82520BF860B}"/>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16" name="Content Placeholder 9">
            <a:extLst>
              <a:ext uri="{FF2B5EF4-FFF2-40B4-BE49-F238E27FC236}">
                <a16:creationId xmlns:a16="http://schemas.microsoft.com/office/drawing/2014/main" id="{4A17F1AD-4859-A232-570F-80B077634582}"/>
              </a:ext>
            </a:extLst>
          </p:cNvPr>
          <p:cNvSpPr txBox="1">
            <a:spLocks/>
          </p:cNvSpPr>
          <p:nvPr userDrawn="1"/>
        </p:nvSpPr>
        <p:spPr>
          <a:xfrm>
            <a:off x="4377813" y="2488673"/>
            <a:ext cx="3424084" cy="3474804"/>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a:p>
        </p:txBody>
      </p:sp>
      <p:sp>
        <p:nvSpPr>
          <p:cNvPr id="23" name="Picture Placeholder 22">
            <a:extLst>
              <a:ext uri="{FF2B5EF4-FFF2-40B4-BE49-F238E27FC236}">
                <a16:creationId xmlns:a16="http://schemas.microsoft.com/office/drawing/2014/main" id="{9050A436-1B6D-DCBB-5A8C-D36FD0CFBFAC}"/>
              </a:ext>
            </a:extLst>
          </p:cNvPr>
          <p:cNvSpPr>
            <a:spLocks noGrp="1"/>
          </p:cNvSpPr>
          <p:nvPr>
            <p:ph type="pic" sz="quarter" idx="13"/>
          </p:nvPr>
        </p:nvSpPr>
        <p:spPr>
          <a:xfrm>
            <a:off x="304800" y="2488673"/>
            <a:ext cx="3759200" cy="3211512"/>
          </a:xfrm>
          <a:prstGeom prst="rect">
            <a:avLst/>
          </a:prstGeom>
        </p:spPr>
        <p:txBody>
          <a:bodyPr/>
          <a:lstStyle/>
          <a:p>
            <a:endParaRPr lang="en-GB"/>
          </a:p>
        </p:txBody>
      </p:sp>
      <p:sp>
        <p:nvSpPr>
          <p:cNvPr id="24" name="Picture Placeholder 22">
            <a:extLst>
              <a:ext uri="{FF2B5EF4-FFF2-40B4-BE49-F238E27FC236}">
                <a16:creationId xmlns:a16="http://schemas.microsoft.com/office/drawing/2014/main" id="{7DD5FCB6-6221-FB74-6400-8A36B39873E4}"/>
              </a:ext>
            </a:extLst>
          </p:cNvPr>
          <p:cNvSpPr>
            <a:spLocks noGrp="1"/>
          </p:cNvSpPr>
          <p:nvPr>
            <p:ph type="pic" sz="quarter" idx="14"/>
          </p:nvPr>
        </p:nvSpPr>
        <p:spPr>
          <a:xfrm>
            <a:off x="4216400" y="2488673"/>
            <a:ext cx="3759200" cy="3211512"/>
          </a:xfrm>
          <a:prstGeom prst="rect">
            <a:avLst/>
          </a:prstGeom>
        </p:spPr>
        <p:txBody>
          <a:bodyPr/>
          <a:lstStyle/>
          <a:p>
            <a:endParaRPr lang="en-GB"/>
          </a:p>
        </p:txBody>
      </p:sp>
      <p:sp>
        <p:nvSpPr>
          <p:cNvPr id="25" name="Picture Placeholder 22">
            <a:extLst>
              <a:ext uri="{FF2B5EF4-FFF2-40B4-BE49-F238E27FC236}">
                <a16:creationId xmlns:a16="http://schemas.microsoft.com/office/drawing/2014/main" id="{DE91150F-4644-0815-7999-5C5F9A4091C8}"/>
              </a:ext>
            </a:extLst>
          </p:cNvPr>
          <p:cNvSpPr>
            <a:spLocks noGrp="1"/>
          </p:cNvSpPr>
          <p:nvPr>
            <p:ph type="pic" sz="quarter" idx="15"/>
          </p:nvPr>
        </p:nvSpPr>
        <p:spPr>
          <a:xfrm>
            <a:off x="8128000" y="2488673"/>
            <a:ext cx="3759200" cy="3211512"/>
          </a:xfrm>
          <a:prstGeom prst="rect">
            <a:avLst/>
          </a:prstGeom>
        </p:spPr>
        <p:txBody>
          <a:bodyPr/>
          <a:lstStyle/>
          <a:p>
            <a:endParaRPr lang="en-GB"/>
          </a:p>
        </p:txBody>
      </p:sp>
      <p:pic>
        <p:nvPicPr>
          <p:cNvPr id="6" name="Picture 5" descr="A white letter e in a black background&#10;&#10;AI-generated content may be incorrect.">
            <a:extLst>
              <a:ext uri="{FF2B5EF4-FFF2-40B4-BE49-F238E27FC236}">
                <a16:creationId xmlns:a16="http://schemas.microsoft.com/office/drawing/2014/main" id="{841EA81C-E8E4-E9ED-D831-67194BBA48A3}"/>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11" name="Text Placeholder 11">
            <a:extLst>
              <a:ext uri="{FF2B5EF4-FFF2-40B4-BE49-F238E27FC236}">
                <a16:creationId xmlns:a16="http://schemas.microsoft.com/office/drawing/2014/main" id="{312D0A0E-4A38-501F-2100-1DE7DD15E741}"/>
              </a:ext>
            </a:extLst>
          </p:cNvPr>
          <p:cNvSpPr>
            <a:spLocks noGrp="1"/>
          </p:cNvSpPr>
          <p:nvPr>
            <p:ph type="body" sz="quarter" idx="33" hasCustomPrompt="1"/>
          </p:nvPr>
        </p:nvSpPr>
        <p:spPr>
          <a:xfrm>
            <a:off x="344631" y="1557877"/>
            <a:ext cx="8462485" cy="512004"/>
          </a:xfrm>
          <a:prstGeom prst="rect">
            <a:avLst/>
          </a:prstGeom>
        </p:spPr>
        <p:txBody>
          <a:bodyPr lIns="0"/>
          <a:lstStyle>
            <a:lvl1pPr marL="0" indent="0">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12" name="Text Placeholder 11">
            <a:extLst>
              <a:ext uri="{FF2B5EF4-FFF2-40B4-BE49-F238E27FC236}">
                <a16:creationId xmlns:a16="http://schemas.microsoft.com/office/drawing/2014/main" id="{E209D1C0-78CD-1D9D-401C-9118AADC6FB5}"/>
              </a:ext>
            </a:extLst>
          </p:cNvPr>
          <p:cNvSpPr>
            <a:spLocks noGrp="1"/>
          </p:cNvSpPr>
          <p:nvPr>
            <p:ph type="body" sz="quarter" idx="11" hasCustomPrompt="1"/>
          </p:nvPr>
        </p:nvSpPr>
        <p:spPr>
          <a:xfrm>
            <a:off x="331535" y="842300"/>
            <a:ext cx="7055853"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0" name="TextBox 9">
            <a:extLst>
              <a:ext uri="{FF2B5EF4-FFF2-40B4-BE49-F238E27FC236}">
                <a16:creationId xmlns:a16="http://schemas.microsoft.com/office/drawing/2014/main" id="{1E8DDD6D-AF1A-79A4-8A83-5154AC5130DB}"/>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3" name="Straight Connector 12">
            <a:extLst>
              <a:ext uri="{FF2B5EF4-FFF2-40B4-BE49-F238E27FC236}">
                <a16:creationId xmlns:a16="http://schemas.microsoft.com/office/drawing/2014/main" id="{F7F2ECD7-CE9D-7128-A37B-2A25F3244872}"/>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AB1F5F06-9AB7-D1E4-1615-19F0CB06EE9F}"/>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5" name="TextBox 14">
            <a:extLst>
              <a:ext uri="{FF2B5EF4-FFF2-40B4-BE49-F238E27FC236}">
                <a16:creationId xmlns:a16="http://schemas.microsoft.com/office/drawing/2014/main" id="{7C7698AD-8ABF-E8E8-A534-60E0B77F5ADE}"/>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144462589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Picture 7" descr="A blue and black background&#10;&#10;AI-generated content may be incorrect.">
            <a:extLst>
              <a:ext uri="{FF2B5EF4-FFF2-40B4-BE49-F238E27FC236}">
                <a16:creationId xmlns:a16="http://schemas.microsoft.com/office/drawing/2014/main" id="{10598706-2D56-8EBD-C24D-00C205C525F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7" name="Picture 6" descr="A white text on a black background&#10;&#10;AI-generated content may be incorrect.">
            <a:extLst>
              <a:ext uri="{FF2B5EF4-FFF2-40B4-BE49-F238E27FC236}">
                <a16:creationId xmlns:a16="http://schemas.microsoft.com/office/drawing/2014/main" id="{2C89B147-3FC8-D91E-5711-E1B8BA58EA8A}"/>
              </a:ext>
            </a:extLst>
          </p:cNvPr>
          <p:cNvPicPr>
            <a:picLocks noChangeAspect="1"/>
          </p:cNvPicPr>
          <p:nvPr userDrawn="1"/>
        </p:nvPicPr>
        <p:blipFill>
          <a:blip r:embed="rId3"/>
          <a:stretch>
            <a:fillRect/>
          </a:stretch>
        </p:blipFill>
        <p:spPr>
          <a:xfrm>
            <a:off x="9823307" y="5882433"/>
            <a:ext cx="2063893" cy="659625"/>
          </a:xfrm>
          <a:prstGeom prst="rect">
            <a:avLst/>
          </a:prstGeom>
        </p:spPr>
      </p:pic>
      <p:sp>
        <p:nvSpPr>
          <p:cNvPr id="4" name="Rectangle 3">
            <a:extLst>
              <a:ext uri="{FF2B5EF4-FFF2-40B4-BE49-F238E27FC236}">
                <a16:creationId xmlns:a16="http://schemas.microsoft.com/office/drawing/2014/main" id="{8078A0CC-DE7E-A526-DCDD-57A3CF837E17}"/>
              </a:ext>
            </a:extLst>
          </p:cNvPr>
          <p:cNvSpPr/>
          <p:nvPr userDrawn="1"/>
        </p:nvSpPr>
        <p:spPr>
          <a:xfrm>
            <a:off x="304800" y="3921898"/>
            <a:ext cx="544043" cy="71252"/>
          </a:xfrm>
          <a:prstGeom prst="rect">
            <a:avLst/>
          </a:prstGeom>
          <a:solidFill>
            <a:srgbClr val="A1BF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3">
            <a:extLst>
              <a:ext uri="{FF2B5EF4-FFF2-40B4-BE49-F238E27FC236}">
                <a16:creationId xmlns:a16="http://schemas.microsoft.com/office/drawing/2014/main" id="{3A0AE7B3-FFB3-9CF0-69B2-2C4C0FB3B3FB}"/>
              </a:ext>
            </a:extLst>
          </p:cNvPr>
          <p:cNvSpPr>
            <a:spLocks noGrp="1"/>
          </p:cNvSpPr>
          <p:nvPr>
            <p:ph type="body" sz="quarter" idx="12" hasCustomPrompt="1"/>
          </p:nvPr>
        </p:nvSpPr>
        <p:spPr>
          <a:xfrm>
            <a:off x="320298" y="4147465"/>
            <a:ext cx="5943917" cy="461229"/>
          </a:xfrm>
          <a:prstGeom prst="rect">
            <a:avLst/>
          </a:prstGeom>
        </p:spPr>
        <p:txBody>
          <a:bodyPr lIns="0"/>
          <a:lstStyle>
            <a:lvl1pPr marL="0" indent="0">
              <a:buNone/>
              <a:defRPr sz="2400" b="0" i="0">
                <a:solidFill>
                  <a:schemeClr val="bg1"/>
                </a:solidFill>
                <a:latin typeface="DM Sans ExtraLight" pitchFamily="2" charset="77"/>
              </a:defRPr>
            </a:lvl1pPr>
          </a:lstStyle>
          <a:p>
            <a:pPr lvl="0"/>
            <a:r>
              <a:rPr lang="en-GB"/>
              <a:t>Click to edit sub-heading</a:t>
            </a:r>
          </a:p>
        </p:txBody>
      </p:sp>
      <p:sp>
        <p:nvSpPr>
          <p:cNvPr id="6" name="Title 1">
            <a:extLst>
              <a:ext uri="{FF2B5EF4-FFF2-40B4-BE49-F238E27FC236}">
                <a16:creationId xmlns:a16="http://schemas.microsoft.com/office/drawing/2014/main" id="{6941E490-576A-A389-D2CF-14C3530268E9}"/>
              </a:ext>
            </a:extLst>
          </p:cNvPr>
          <p:cNvSpPr>
            <a:spLocks noGrp="1"/>
          </p:cNvSpPr>
          <p:nvPr>
            <p:ph type="ctrTitle" hasCustomPrompt="1"/>
          </p:nvPr>
        </p:nvSpPr>
        <p:spPr>
          <a:xfrm>
            <a:off x="304799" y="2159537"/>
            <a:ext cx="6024748" cy="1584645"/>
          </a:xfrm>
          <a:prstGeom prst="rect">
            <a:avLst/>
          </a:prstGeom>
        </p:spPr>
        <p:txBody>
          <a:bodyPr lIns="0" anchor="t" anchorCtr="0">
            <a:noAutofit/>
          </a:bodyPr>
          <a:lstStyle>
            <a:lvl1pPr algn="l" defTabSz="914400" rtl="0" eaLnBrk="1" latinLnBrk="0" hangingPunct="1">
              <a:lnSpc>
                <a:spcPct val="90000"/>
              </a:lnSpc>
              <a:spcBef>
                <a:spcPct val="0"/>
              </a:spcBef>
              <a:buNone/>
              <a:defRPr lang="en-US" sz="6000" b="0" i="0" kern="1200" dirty="0">
                <a:solidFill>
                  <a:schemeClr val="bg1"/>
                </a:solidFill>
                <a:latin typeface="DM Sans 14pt" pitchFamily="2" charset="77"/>
                <a:ea typeface="+mj-ea"/>
                <a:cs typeface="+mj-cs"/>
              </a:defRPr>
            </a:lvl1pPr>
          </a:lstStyle>
          <a:p>
            <a:r>
              <a:rPr lang="en-GB"/>
              <a:t>Click to add </a:t>
            </a:r>
            <a:br>
              <a:rPr lang="en-GB"/>
            </a:br>
            <a:r>
              <a:rPr lang="en-GB"/>
              <a:t>slide title</a:t>
            </a:r>
            <a:endParaRPr lang="en-US"/>
          </a:p>
        </p:txBody>
      </p:sp>
      <p:sp>
        <p:nvSpPr>
          <p:cNvPr id="12" name="TextBox 11">
            <a:extLst>
              <a:ext uri="{FF2B5EF4-FFF2-40B4-BE49-F238E27FC236}">
                <a16:creationId xmlns:a16="http://schemas.microsoft.com/office/drawing/2014/main" id="{151B43B6-AE11-5E7E-35CD-ACEAFAF129C2}"/>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3804071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 name="Picture 1" descr="A blue and black background&#10;&#10;AI-generated content may be incorrect.">
            <a:extLst>
              <a:ext uri="{FF2B5EF4-FFF2-40B4-BE49-F238E27FC236}">
                <a16:creationId xmlns:a16="http://schemas.microsoft.com/office/drawing/2014/main" id="{38E6CAC6-4099-CF14-9982-C669ED37732B}"/>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cxnSp>
        <p:nvCxnSpPr>
          <p:cNvPr id="13" name="Straight Connector 12">
            <a:extLst>
              <a:ext uri="{FF2B5EF4-FFF2-40B4-BE49-F238E27FC236}">
                <a16:creationId xmlns:a16="http://schemas.microsoft.com/office/drawing/2014/main" id="{42050AB7-CD50-EDA9-5E20-5D47B82CB062}"/>
              </a:ext>
            </a:extLst>
          </p:cNvPr>
          <p:cNvCxnSpPr>
            <a:cxnSpLocks/>
          </p:cNvCxnSpPr>
          <p:nvPr userDrawn="1"/>
        </p:nvCxnSpPr>
        <p:spPr>
          <a:xfrm>
            <a:off x="1130300" y="2250286"/>
            <a:ext cx="9931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5D3B7F9-63AE-9DF6-C804-0F8408585B14}"/>
              </a:ext>
            </a:extLst>
          </p:cNvPr>
          <p:cNvCxnSpPr>
            <a:cxnSpLocks/>
          </p:cNvCxnSpPr>
          <p:nvPr userDrawn="1"/>
        </p:nvCxnSpPr>
        <p:spPr>
          <a:xfrm>
            <a:off x="1130300" y="3433806"/>
            <a:ext cx="9931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07BA2628-7E92-21D0-0D50-739885E81425}"/>
              </a:ext>
            </a:extLst>
          </p:cNvPr>
          <p:cNvCxnSpPr>
            <a:cxnSpLocks/>
          </p:cNvCxnSpPr>
          <p:nvPr userDrawn="1"/>
        </p:nvCxnSpPr>
        <p:spPr>
          <a:xfrm>
            <a:off x="1130300" y="4617326"/>
            <a:ext cx="9931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Text Placeholder 11">
            <a:extLst>
              <a:ext uri="{FF2B5EF4-FFF2-40B4-BE49-F238E27FC236}">
                <a16:creationId xmlns:a16="http://schemas.microsoft.com/office/drawing/2014/main" id="{9728068B-085E-C2E7-F482-19DC9CF7B09D}"/>
              </a:ext>
            </a:extLst>
          </p:cNvPr>
          <p:cNvSpPr>
            <a:spLocks noGrp="1"/>
          </p:cNvSpPr>
          <p:nvPr>
            <p:ph type="body" sz="quarter" idx="11" hasCustomPrompt="1"/>
          </p:nvPr>
        </p:nvSpPr>
        <p:spPr>
          <a:xfrm>
            <a:off x="1143181" y="1344930"/>
            <a:ext cx="7134545" cy="556766"/>
          </a:xfrm>
          <a:prstGeom prst="rect">
            <a:avLst/>
          </a:prstGeom>
        </p:spPr>
        <p:txBody>
          <a:bodyPr lIns="0"/>
          <a:lstStyle>
            <a:lvl1pPr marL="0" indent="0">
              <a:buNone/>
              <a:defRPr sz="4400" b="1" i="0">
                <a:solidFill>
                  <a:schemeClr val="bg1"/>
                </a:solidFill>
                <a:latin typeface="DM Sans SemiBold"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7" name="Text Placeholder 11">
            <a:extLst>
              <a:ext uri="{FF2B5EF4-FFF2-40B4-BE49-F238E27FC236}">
                <a16:creationId xmlns:a16="http://schemas.microsoft.com/office/drawing/2014/main" id="{908D588D-0C88-03CC-B10C-52943AFA6D02}"/>
              </a:ext>
            </a:extLst>
          </p:cNvPr>
          <p:cNvSpPr>
            <a:spLocks noGrp="1"/>
          </p:cNvSpPr>
          <p:nvPr>
            <p:ph type="body" sz="quarter" idx="12" hasCustomPrompt="1"/>
          </p:nvPr>
        </p:nvSpPr>
        <p:spPr>
          <a:xfrm>
            <a:off x="1143180" y="2513330"/>
            <a:ext cx="7134546" cy="556766"/>
          </a:xfrm>
          <a:prstGeom prst="rect">
            <a:avLst/>
          </a:prstGeom>
        </p:spPr>
        <p:txBody>
          <a:bodyPr lIns="0"/>
          <a:lstStyle>
            <a:lvl1pPr marL="0" indent="0">
              <a:buNone/>
              <a:defRPr sz="44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9" name="Text Placeholder 11">
            <a:extLst>
              <a:ext uri="{FF2B5EF4-FFF2-40B4-BE49-F238E27FC236}">
                <a16:creationId xmlns:a16="http://schemas.microsoft.com/office/drawing/2014/main" id="{FE3C638E-805C-A8EC-A493-D13CF4DAF160}"/>
              </a:ext>
            </a:extLst>
          </p:cNvPr>
          <p:cNvSpPr>
            <a:spLocks noGrp="1"/>
          </p:cNvSpPr>
          <p:nvPr>
            <p:ph type="body" sz="quarter" idx="13" hasCustomPrompt="1"/>
          </p:nvPr>
        </p:nvSpPr>
        <p:spPr>
          <a:xfrm>
            <a:off x="1143179" y="3757378"/>
            <a:ext cx="7134546" cy="556766"/>
          </a:xfrm>
          <a:prstGeom prst="rect">
            <a:avLst/>
          </a:prstGeom>
        </p:spPr>
        <p:txBody>
          <a:bodyPr lIns="0"/>
          <a:lstStyle>
            <a:lvl1pPr marL="0" indent="0">
              <a:buNone/>
              <a:defRPr sz="44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0" name="Text Placeholder 11">
            <a:extLst>
              <a:ext uri="{FF2B5EF4-FFF2-40B4-BE49-F238E27FC236}">
                <a16:creationId xmlns:a16="http://schemas.microsoft.com/office/drawing/2014/main" id="{71003184-B0B2-88CB-CA74-FD12A479E986}"/>
              </a:ext>
            </a:extLst>
          </p:cNvPr>
          <p:cNvSpPr>
            <a:spLocks noGrp="1"/>
          </p:cNvSpPr>
          <p:nvPr>
            <p:ph type="body" sz="quarter" idx="14" hasCustomPrompt="1"/>
          </p:nvPr>
        </p:nvSpPr>
        <p:spPr>
          <a:xfrm>
            <a:off x="1143179" y="4925778"/>
            <a:ext cx="7134546" cy="556766"/>
          </a:xfrm>
          <a:prstGeom prst="rect">
            <a:avLst/>
          </a:prstGeom>
        </p:spPr>
        <p:txBody>
          <a:bodyPr lIns="0"/>
          <a:lstStyle>
            <a:lvl1pPr marL="0" indent="0">
              <a:buNone/>
              <a:defRPr sz="44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pic>
        <p:nvPicPr>
          <p:cNvPr id="18" name="Picture 17" descr="A white letter e in a black background&#10;&#10;AI-generated content may be incorrect.">
            <a:extLst>
              <a:ext uri="{FF2B5EF4-FFF2-40B4-BE49-F238E27FC236}">
                <a16:creationId xmlns:a16="http://schemas.microsoft.com/office/drawing/2014/main" id="{C695B189-4225-FE00-F2D1-C76F3689ED9E}"/>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5" name="TextBox 4">
            <a:extLst>
              <a:ext uri="{FF2B5EF4-FFF2-40B4-BE49-F238E27FC236}">
                <a16:creationId xmlns:a16="http://schemas.microsoft.com/office/drawing/2014/main" id="{93A928E4-EA2E-0869-5159-FF68510E86A2}"/>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6" name="Straight Connector 5">
            <a:extLst>
              <a:ext uri="{FF2B5EF4-FFF2-40B4-BE49-F238E27FC236}">
                <a16:creationId xmlns:a16="http://schemas.microsoft.com/office/drawing/2014/main" id="{54D7FE5D-05AF-D311-77E3-3FA40F918F67}"/>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F6AC5C04-89D7-5FC3-410B-3D8FF67EC78A}"/>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8" name="TextBox 7">
            <a:extLst>
              <a:ext uri="{FF2B5EF4-FFF2-40B4-BE49-F238E27FC236}">
                <a16:creationId xmlns:a16="http://schemas.microsoft.com/office/drawing/2014/main" id="{D375B901-EB27-2E07-E56A-2B6603944EB0}"/>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20150980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Picture 1" descr="A blue and black background&#10;&#10;AI-generated content may be incorrect.">
            <a:extLst>
              <a:ext uri="{FF2B5EF4-FFF2-40B4-BE49-F238E27FC236}">
                <a16:creationId xmlns:a16="http://schemas.microsoft.com/office/drawing/2014/main" id="{8C724AE6-074A-DE42-F267-F7290C787BA6}"/>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cxnSp>
        <p:nvCxnSpPr>
          <p:cNvPr id="13" name="Straight Connector 12">
            <a:extLst>
              <a:ext uri="{FF2B5EF4-FFF2-40B4-BE49-F238E27FC236}">
                <a16:creationId xmlns:a16="http://schemas.microsoft.com/office/drawing/2014/main" id="{2AB40B45-5147-299B-5AEB-AD8270D4BF05}"/>
              </a:ext>
            </a:extLst>
          </p:cNvPr>
          <p:cNvCxnSpPr>
            <a:cxnSpLocks/>
          </p:cNvCxnSpPr>
          <p:nvPr userDrawn="1"/>
        </p:nvCxnSpPr>
        <p:spPr>
          <a:xfrm>
            <a:off x="1130300" y="1786391"/>
            <a:ext cx="9931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E8C7CB7C-8658-EA1C-3CC4-40C576DC1BAF}"/>
              </a:ext>
            </a:extLst>
          </p:cNvPr>
          <p:cNvCxnSpPr>
            <a:cxnSpLocks/>
          </p:cNvCxnSpPr>
          <p:nvPr userDrawn="1"/>
        </p:nvCxnSpPr>
        <p:spPr>
          <a:xfrm>
            <a:off x="1130300" y="2764550"/>
            <a:ext cx="9931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9615E5C1-98F6-7786-2CAC-9208580A3A6A}"/>
              </a:ext>
            </a:extLst>
          </p:cNvPr>
          <p:cNvCxnSpPr>
            <a:cxnSpLocks/>
          </p:cNvCxnSpPr>
          <p:nvPr userDrawn="1"/>
        </p:nvCxnSpPr>
        <p:spPr>
          <a:xfrm>
            <a:off x="1130300" y="3734320"/>
            <a:ext cx="9931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D02A37D-63DA-D544-44B4-E580F7B0815B}"/>
              </a:ext>
            </a:extLst>
          </p:cNvPr>
          <p:cNvCxnSpPr>
            <a:cxnSpLocks/>
          </p:cNvCxnSpPr>
          <p:nvPr userDrawn="1"/>
        </p:nvCxnSpPr>
        <p:spPr>
          <a:xfrm>
            <a:off x="1130300" y="4696224"/>
            <a:ext cx="9931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A7006D43-40D0-ED4B-250B-E1AEDA8A325B}"/>
              </a:ext>
            </a:extLst>
          </p:cNvPr>
          <p:cNvCxnSpPr>
            <a:cxnSpLocks/>
          </p:cNvCxnSpPr>
          <p:nvPr userDrawn="1"/>
        </p:nvCxnSpPr>
        <p:spPr>
          <a:xfrm>
            <a:off x="1130300" y="5658126"/>
            <a:ext cx="99314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Text Placeholder 11">
            <a:extLst>
              <a:ext uri="{FF2B5EF4-FFF2-40B4-BE49-F238E27FC236}">
                <a16:creationId xmlns:a16="http://schemas.microsoft.com/office/drawing/2014/main" id="{D318BF78-F587-1DF3-9274-3038FBBB8FB3}"/>
              </a:ext>
            </a:extLst>
          </p:cNvPr>
          <p:cNvSpPr>
            <a:spLocks noGrp="1"/>
          </p:cNvSpPr>
          <p:nvPr>
            <p:ph type="body" sz="quarter" idx="11" hasCustomPrompt="1"/>
          </p:nvPr>
        </p:nvSpPr>
        <p:spPr>
          <a:xfrm>
            <a:off x="1143181" y="988767"/>
            <a:ext cx="7230799" cy="556766"/>
          </a:xfrm>
          <a:prstGeom prst="rect">
            <a:avLst/>
          </a:prstGeom>
        </p:spPr>
        <p:txBody>
          <a:bodyPr/>
          <a:lstStyle>
            <a:lvl1pPr marL="0" indent="0">
              <a:buNone/>
              <a:defRPr sz="4000" b="1" i="0">
                <a:solidFill>
                  <a:schemeClr val="bg1"/>
                </a:solidFill>
                <a:latin typeface="DM Sans SemiBold"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0" name="Text Placeholder 11">
            <a:extLst>
              <a:ext uri="{FF2B5EF4-FFF2-40B4-BE49-F238E27FC236}">
                <a16:creationId xmlns:a16="http://schemas.microsoft.com/office/drawing/2014/main" id="{47BD8A8B-D9E4-B073-C75C-7FBD18C0B061}"/>
              </a:ext>
            </a:extLst>
          </p:cNvPr>
          <p:cNvSpPr>
            <a:spLocks noGrp="1"/>
          </p:cNvSpPr>
          <p:nvPr>
            <p:ph type="body" sz="quarter" idx="12" hasCustomPrompt="1"/>
          </p:nvPr>
        </p:nvSpPr>
        <p:spPr>
          <a:xfrm>
            <a:off x="1143180" y="2004869"/>
            <a:ext cx="7230799" cy="556766"/>
          </a:xfrm>
          <a:prstGeom prst="rect">
            <a:avLst/>
          </a:prstGeom>
        </p:spPr>
        <p:txBody>
          <a:bodyPr/>
          <a:lstStyle>
            <a:lvl1pPr marL="0" indent="0">
              <a:buNone/>
              <a:defRPr sz="40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1" name="Text Placeholder 11">
            <a:extLst>
              <a:ext uri="{FF2B5EF4-FFF2-40B4-BE49-F238E27FC236}">
                <a16:creationId xmlns:a16="http://schemas.microsoft.com/office/drawing/2014/main" id="{A2F54835-8D2D-2300-3939-933ED4FCBA90}"/>
              </a:ext>
            </a:extLst>
          </p:cNvPr>
          <p:cNvSpPr>
            <a:spLocks noGrp="1"/>
          </p:cNvSpPr>
          <p:nvPr>
            <p:ph type="body" sz="quarter" idx="13" hasCustomPrompt="1"/>
          </p:nvPr>
        </p:nvSpPr>
        <p:spPr>
          <a:xfrm>
            <a:off x="1143179" y="2968851"/>
            <a:ext cx="7230799" cy="556766"/>
          </a:xfrm>
          <a:prstGeom prst="rect">
            <a:avLst/>
          </a:prstGeom>
        </p:spPr>
        <p:txBody>
          <a:bodyPr/>
          <a:lstStyle>
            <a:lvl1pPr marL="0" indent="0">
              <a:buNone/>
              <a:defRPr sz="40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2" name="Text Placeholder 11">
            <a:extLst>
              <a:ext uri="{FF2B5EF4-FFF2-40B4-BE49-F238E27FC236}">
                <a16:creationId xmlns:a16="http://schemas.microsoft.com/office/drawing/2014/main" id="{6D107FAD-DF30-93B0-9C55-4D2E4FDD047C}"/>
              </a:ext>
            </a:extLst>
          </p:cNvPr>
          <p:cNvSpPr>
            <a:spLocks noGrp="1"/>
          </p:cNvSpPr>
          <p:nvPr>
            <p:ph type="body" sz="quarter" idx="14" hasCustomPrompt="1"/>
          </p:nvPr>
        </p:nvSpPr>
        <p:spPr>
          <a:xfrm>
            <a:off x="1143179" y="3928367"/>
            <a:ext cx="7230799" cy="556766"/>
          </a:xfrm>
          <a:prstGeom prst="rect">
            <a:avLst/>
          </a:prstGeom>
        </p:spPr>
        <p:txBody>
          <a:bodyPr/>
          <a:lstStyle>
            <a:lvl1pPr marL="0" indent="0">
              <a:buNone/>
              <a:defRPr sz="40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3" name="Text Placeholder 11">
            <a:extLst>
              <a:ext uri="{FF2B5EF4-FFF2-40B4-BE49-F238E27FC236}">
                <a16:creationId xmlns:a16="http://schemas.microsoft.com/office/drawing/2014/main" id="{34FCAEBB-10D4-A539-2043-075CE6ABF338}"/>
              </a:ext>
            </a:extLst>
          </p:cNvPr>
          <p:cNvSpPr>
            <a:spLocks noGrp="1"/>
          </p:cNvSpPr>
          <p:nvPr>
            <p:ph type="body" sz="quarter" idx="15" hasCustomPrompt="1"/>
          </p:nvPr>
        </p:nvSpPr>
        <p:spPr>
          <a:xfrm>
            <a:off x="1143179" y="4893567"/>
            <a:ext cx="7230799" cy="556766"/>
          </a:xfrm>
          <a:prstGeom prst="rect">
            <a:avLst/>
          </a:prstGeom>
        </p:spPr>
        <p:txBody>
          <a:bodyPr/>
          <a:lstStyle>
            <a:lvl1pPr marL="0" indent="0">
              <a:buNone/>
              <a:defRPr sz="40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pic>
        <p:nvPicPr>
          <p:cNvPr id="17" name="Picture 16" descr="A white letter e in a black background&#10;&#10;AI-generated content may be incorrect.">
            <a:extLst>
              <a:ext uri="{FF2B5EF4-FFF2-40B4-BE49-F238E27FC236}">
                <a16:creationId xmlns:a16="http://schemas.microsoft.com/office/drawing/2014/main" id="{CDF07531-BCF4-38D8-488D-88A95D58D67B}"/>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5" name="TextBox 4">
            <a:extLst>
              <a:ext uri="{FF2B5EF4-FFF2-40B4-BE49-F238E27FC236}">
                <a16:creationId xmlns:a16="http://schemas.microsoft.com/office/drawing/2014/main" id="{C740A06E-0986-65B2-E952-10134A785A94}"/>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6" name="Straight Connector 5">
            <a:extLst>
              <a:ext uri="{FF2B5EF4-FFF2-40B4-BE49-F238E27FC236}">
                <a16:creationId xmlns:a16="http://schemas.microsoft.com/office/drawing/2014/main" id="{5CA57799-3EF6-FB71-6B1B-4C7B89FDBC40}"/>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D6AD19B6-4B60-3688-0EE6-750F64D8BC0C}"/>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8" name="TextBox 7">
            <a:extLst>
              <a:ext uri="{FF2B5EF4-FFF2-40B4-BE49-F238E27FC236}">
                <a16:creationId xmlns:a16="http://schemas.microsoft.com/office/drawing/2014/main" id="{366FF449-3C7F-897B-3A0F-1B26FE92420B}"/>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33591913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1" descr="A blue and white background&#10;&#10;AI-generated content may be incorrect.">
            <a:extLst>
              <a:ext uri="{FF2B5EF4-FFF2-40B4-BE49-F238E27FC236}">
                <a16:creationId xmlns:a16="http://schemas.microsoft.com/office/drawing/2014/main" id="{DDC6F585-25D0-EA25-8E19-F22B4A89FCBF}"/>
              </a:ext>
            </a:extLst>
          </p:cNvPr>
          <p:cNvPicPr>
            <a:picLocks noGrp="1" noRot="1" noChangeAspect="1" noMove="1" noResize="1" noEditPoints="1" noAdjustHandles="1" noChangeArrowheads="1" noChangeShapeType="1" noCrop="1"/>
          </p:cNvPicPr>
          <p:nvPr userDrawn="1"/>
        </p:nvPicPr>
        <p:blipFill>
          <a:blip r:embed="rId2">
            <a:alphaModFix amt="70000"/>
            <a:extLst>
              <a:ext uri="{BEBA8EAE-BF5A-486C-A8C5-ECC9F3942E4B}">
                <a14:imgProps xmlns:a14="http://schemas.microsoft.com/office/drawing/2010/main">
                  <a14:imgLayer r:embed="rId3">
                    <a14:imgEffect>
                      <a14:brightnessContrast bright="10000" contrast="36000"/>
                    </a14:imgEffect>
                  </a14:imgLayer>
                </a14:imgProps>
              </a:ext>
            </a:extLst>
          </a:blip>
          <a:stretch>
            <a:fillRect/>
          </a:stretch>
        </p:blipFill>
        <p:spPr>
          <a:xfrm>
            <a:off x="0" y="0"/>
            <a:ext cx="12192000" cy="6858000"/>
          </a:xfrm>
          <a:prstGeom prst="rect">
            <a:avLst/>
          </a:prstGeom>
        </p:spPr>
      </p:pic>
      <p:pic>
        <p:nvPicPr>
          <p:cNvPr id="16" name="Picture 15" descr="A white letter e in a black background&#10;&#10;AI-generated content may be incorrect.">
            <a:extLst>
              <a:ext uri="{FF2B5EF4-FFF2-40B4-BE49-F238E27FC236}">
                <a16:creationId xmlns:a16="http://schemas.microsoft.com/office/drawing/2014/main" id="{269C4F1A-C71F-C913-4609-0D42F258CFBB}"/>
              </a:ext>
            </a:extLst>
          </p:cNvPr>
          <p:cNvPicPr>
            <a:picLocks noChangeAspect="1"/>
          </p:cNvPicPr>
          <p:nvPr userDrawn="1"/>
        </p:nvPicPr>
        <p:blipFill>
          <a:blip r:embed="rId4"/>
          <a:stretch>
            <a:fillRect/>
          </a:stretch>
        </p:blipFill>
        <p:spPr>
          <a:xfrm>
            <a:off x="11546645" y="6170713"/>
            <a:ext cx="340555" cy="382487"/>
          </a:xfrm>
          <a:prstGeom prst="rect">
            <a:avLst/>
          </a:prstGeom>
        </p:spPr>
      </p:pic>
      <p:cxnSp>
        <p:nvCxnSpPr>
          <p:cNvPr id="5" name="Straight Connector 4">
            <a:extLst>
              <a:ext uri="{FF2B5EF4-FFF2-40B4-BE49-F238E27FC236}">
                <a16:creationId xmlns:a16="http://schemas.microsoft.com/office/drawing/2014/main" id="{43E98255-A635-3D98-4837-B3BCD2D3E36F}"/>
              </a:ext>
            </a:extLst>
          </p:cNvPr>
          <p:cNvCxnSpPr>
            <a:cxnSpLocks/>
          </p:cNvCxnSpPr>
          <p:nvPr userDrawn="1"/>
        </p:nvCxnSpPr>
        <p:spPr>
          <a:xfrm>
            <a:off x="305905" y="1590567"/>
            <a:ext cx="1016816" cy="0"/>
          </a:xfrm>
          <a:prstGeom prst="line">
            <a:avLst/>
          </a:prstGeom>
          <a:ln w="28575">
            <a:solidFill>
              <a:srgbClr val="A1BF24"/>
            </a:solidFill>
          </a:ln>
        </p:spPr>
        <p:style>
          <a:lnRef idx="1">
            <a:schemeClr val="accent6"/>
          </a:lnRef>
          <a:fillRef idx="0">
            <a:schemeClr val="accent6"/>
          </a:fillRef>
          <a:effectRef idx="0">
            <a:schemeClr val="accent6"/>
          </a:effectRef>
          <a:fontRef idx="minor">
            <a:schemeClr val="tx1"/>
          </a:fontRef>
        </p:style>
      </p:cxnSp>
      <p:sp>
        <p:nvSpPr>
          <p:cNvPr id="6" name="Text Placeholder 11">
            <a:extLst>
              <a:ext uri="{FF2B5EF4-FFF2-40B4-BE49-F238E27FC236}">
                <a16:creationId xmlns:a16="http://schemas.microsoft.com/office/drawing/2014/main" id="{DDC49A31-9D1D-B067-C75C-9708CD360CAC}"/>
              </a:ext>
            </a:extLst>
          </p:cNvPr>
          <p:cNvSpPr>
            <a:spLocks noGrp="1"/>
          </p:cNvSpPr>
          <p:nvPr>
            <p:ph type="body" sz="quarter" idx="12" hasCustomPrompt="1"/>
          </p:nvPr>
        </p:nvSpPr>
        <p:spPr>
          <a:xfrm>
            <a:off x="315632" y="1807180"/>
            <a:ext cx="6614555" cy="1019884"/>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br>
              <a:rPr lang="en-GB"/>
            </a:br>
            <a:br>
              <a:rPr lang="en-GB"/>
            </a:b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esse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a:t>
            </a:r>
          </a:p>
        </p:txBody>
      </p:sp>
      <p:sp>
        <p:nvSpPr>
          <p:cNvPr id="7" name="Text Placeholder 11">
            <a:extLst>
              <a:ext uri="{FF2B5EF4-FFF2-40B4-BE49-F238E27FC236}">
                <a16:creationId xmlns:a16="http://schemas.microsoft.com/office/drawing/2014/main" id="{9A7A910D-BB79-905E-482F-17865655CAA5}"/>
              </a:ext>
            </a:extLst>
          </p:cNvPr>
          <p:cNvSpPr>
            <a:spLocks noGrp="1"/>
          </p:cNvSpPr>
          <p:nvPr>
            <p:ph type="body" sz="quarter" idx="34" hasCustomPrompt="1"/>
          </p:nvPr>
        </p:nvSpPr>
        <p:spPr>
          <a:xfrm>
            <a:off x="331535" y="842300"/>
            <a:ext cx="6598653"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8" name="TextBox 7">
            <a:extLst>
              <a:ext uri="{FF2B5EF4-FFF2-40B4-BE49-F238E27FC236}">
                <a16:creationId xmlns:a16="http://schemas.microsoft.com/office/drawing/2014/main" id="{D5B290DC-E243-15CE-B4E1-6962D7EC256A}"/>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0" name="Straight Connector 9">
            <a:extLst>
              <a:ext uri="{FF2B5EF4-FFF2-40B4-BE49-F238E27FC236}">
                <a16:creationId xmlns:a16="http://schemas.microsoft.com/office/drawing/2014/main" id="{35AAA43B-83F7-7666-09C5-2C69893C16D4}"/>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1C41468A-9566-0E00-D4C2-1B0FF709C92C}"/>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3" name="TextBox 12">
            <a:extLst>
              <a:ext uri="{FF2B5EF4-FFF2-40B4-BE49-F238E27FC236}">
                <a16:creationId xmlns:a16="http://schemas.microsoft.com/office/drawing/2014/main" id="{BD345DBE-F78F-FC16-81AB-7BF63ABF08E7}"/>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22319811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2" name="Picture 1" descr="A blue background with a wave&#10;&#10;AI-generated content may be incorrect.">
            <a:extLst>
              <a:ext uri="{FF2B5EF4-FFF2-40B4-BE49-F238E27FC236}">
                <a16:creationId xmlns:a16="http://schemas.microsoft.com/office/drawing/2014/main" id="{16381212-4919-947E-4D1E-D0F02BC0C5EC}"/>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16" name="Picture 15" descr="A white letter e in a black background&#10;&#10;AI-generated content may be incorrect.">
            <a:extLst>
              <a:ext uri="{FF2B5EF4-FFF2-40B4-BE49-F238E27FC236}">
                <a16:creationId xmlns:a16="http://schemas.microsoft.com/office/drawing/2014/main" id="{35FD3C63-1C83-2943-6212-057FB8D01276}"/>
              </a:ext>
            </a:extLst>
          </p:cNvPr>
          <p:cNvPicPr>
            <a:picLocks noChangeAspect="1"/>
          </p:cNvPicPr>
          <p:nvPr userDrawn="1"/>
        </p:nvPicPr>
        <p:blipFill>
          <a:blip r:embed="rId3"/>
          <a:stretch>
            <a:fillRect/>
          </a:stretch>
        </p:blipFill>
        <p:spPr>
          <a:xfrm>
            <a:off x="11546645" y="6170713"/>
            <a:ext cx="340555" cy="382487"/>
          </a:xfrm>
          <a:prstGeom prst="rect">
            <a:avLst/>
          </a:prstGeom>
        </p:spPr>
      </p:pic>
      <p:cxnSp>
        <p:nvCxnSpPr>
          <p:cNvPr id="5" name="Straight Connector 4">
            <a:extLst>
              <a:ext uri="{FF2B5EF4-FFF2-40B4-BE49-F238E27FC236}">
                <a16:creationId xmlns:a16="http://schemas.microsoft.com/office/drawing/2014/main" id="{31C2F123-E4AA-E3FC-24B7-3D49C35932D1}"/>
              </a:ext>
            </a:extLst>
          </p:cNvPr>
          <p:cNvCxnSpPr>
            <a:cxnSpLocks/>
          </p:cNvCxnSpPr>
          <p:nvPr userDrawn="1"/>
        </p:nvCxnSpPr>
        <p:spPr>
          <a:xfrm>
            <a:off x="305905" y="1590567"/>
            <a:ext cx="1016816" cy="0"/>
          </a:xfrm>
          <a:prstGeom prst="line">
            <a:avLst/>
          </a:prstGeom>
          <a:ln w="28575">
            <a:solidFill>
              <a:srgbClr val="A1BF24"/>
            </a:solidFill>
          </a:ln>
        </p:spPr>
        <p:style>
          <a:lnRef idx="1">
            <a:schemeClr val="accent6"/>
          </a:lnRef>
          <a:fillRef idx="0">
            <a:schemeClr val="accent6"/>
          </a:fillRef>
          <a:effectRef idx="0">
            <a:schemeClr val="accent6"/>
          </a:effectRef>
          <a:fontRef idx="minor">
            <a:schemeClr val="tx1"/>
          </a:fontRef>
        </p:style>
      </p:cxnSp>
      <p:sp>
        <p:nvSpPr>
          <p:cNvPr id="6" name="Text Placeholder 11">
            <a:extLst>
              <a:ext uri="{FF2B5EF4-FFF2-40B4-BE49-F238E27FC236}">
                <a16:creationId xmlns:a16="http://schemas.microsoft.com/office/drawing/2014/main" id="{4C4B211E-7C87-C61D-332B-15C9BA7AE7F4}"/>
              </a:ext>
            </a:extLst>
          </p:cNvPr>
          <p:cNvSpPr>
            <a:spLocks noGrp="1"/>
          </p:cNvSpPr>
          <p:nvPr>
            <p:ph type="body" sz="quarter" idx="12" hasCustomPrompt="1"/>
          </p:nvPr>
        </p:nvSpPr>
        <p:spPr>
          <a:xfrm>
            <a:off x="315632" y="1807180"/>
            <a:ext cx="6614555" cy="1019884"/>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br>
              <a:rPr lang="en-GB"/>
            </a:br>
            <a:br>
              <a:rPr lang="en-GB"/>
            </a:b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esse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a:t>
            </a:r>
          </a:p>
        </p:txBody>
      </p:sp>
      <p:sp>
        <p:nvSpPr>
          <p:cNvPr id="7" name="Text Placeholder 11">
            <a:extLst>
              <a:ext uri="{FF2B5EF4-FFF2-40B4-BE49-F238E27FC236}">
                <a16:creationId xmlns:a16="http://schemas.microsoft.com/office/drawing/2014/main" id="{BADE5429-A178-7856-B81A-5425F307B37B}"/>
              </a:ext>
            </a:extLst>
          </p:cNvPr>
          <p:cNvSpPr>
            <a:spLocks noGrp="1"/>
          </p:cNvSpPr>
          <p:nvPr>
            <p:ph type="body" sz="quarter" idx="34" hasCustomPrompt="1"/>
          </p:nvPr>
        </p:nvSpPr>
        <p:spPr>
          <a:xfrm>
            <a:off x="331535" y="842300"/>
            <a:ext cx="6598653"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8" name="TextBox 7">
            <a:extLst>
              <a:ext uri="{FF2B5EF4-FFF2-40B4-BE49-F238E27FC236}">
                <a16:creationId xmlns:a16="http://schemas.microsoft.com/office/drawing/2014/main" id="{C4F7BA91-0B92-6962-E566-7C164853696F}"/>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0" name="Straight Connector 9">
            <a:extLst>
              <a:ext uri="{FF2B5EF4-FFF2-40B4-BE49-F238E27FC236}">
                <a16:creationId xmlns:a16="http://schemas.microsoft.com/office/drawing/2014/main" id="{46B30EF0-41E6-F49E-B58D-B47B9FE13577}"/>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E3B8603-D88D-5BC3-49B4-60529AB0F23C}"/>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3" name="TextBox 12">
            <a:extLst>
              <a:ext uri="{FF2B5EF4-FFF2-40B4-BE49-F238E27FC236}">
                <a16:creationId xmlns:a16="http://schemas.microsoft.com/office/drawing/2014/main" id="{8B40C748-B597-1E28-FC2F-A6C05B400816}"/>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13696030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5_Title Slide">
    <p:spTree>
      <p:nvGrpSpPr>
        <p:cNvPr id="1" name=""/>
        <p:cNvGrpSpPr/>
        <p:nvPr/>
      </p:nvGrpSpPr>
      <p:grpSpPr>
        <a:xfrm>
          <a:off x="0" y="0"/>
          <a:ext cx="0" cy="0"/>
          <a:chOff x="0" y="0"/>
          <a:chExt cx="0" cy="0"/>
        </a:xfrm>
      </p:grpSpPr>
      <p:pic>
        <p:nvPicPr>
          <p:cNvPr id="25" name="Picture 24" descr="A blue and black background&#10;&#10;AI-generated content may be incorrect.">
            <a:extLst>
              <a:ext uri="{FF2B5EF4-FFF2-40B4-BE49-F238E27FC236}">
                <a16:creationId xmlns:a16="http://schemas.microsoft.com/office/drawing/2014/main" id="{4AED3FF9-EEE5-D99B-DBD1-FFEC9272B306}"/>
              </a:ext>
            </a:extLst>
          </p:cNvPr>
          <p:cNvPicPr>
            <a:picLocks noGrp="1" noRo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10" name="Rounded Rectangle 9">
            <a:extLst>
              <a:ext uri="{FF2B5EF4-FFF2-40B4-BE49-F238E27FC236}">
                <a16:creationId xmlns:a16="http://schemas.microsoft.com/office/drawing/2014/main" id="{59479E6E-6EA6-128C-0E89-E989BF401649}"/>
              </a:ext>
            </a:extLst>
          </p:cNvPr>
          <p:cNvSpPr>
            <a:spLocks/>
          </p:cNvSpPr>
          <p:nvPr userDrawn="1"/>
        </p:nvSpPr>
        <p:spPr>
          <a:xfrm>
            <a:off x="811003" y="2966096"/>
            <a:ext cx="2768283" cy="2380587"/>
          </a:xfrm>
          <a:prstGeom prst="roundRect">
            <a:avLst>
              <a:gd name="adj" fmla="val 7222"/>
            </a:avLst>
          </a:prstGeom>
          <a:solidFill>
            <a:srgbClr val="0D1125">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Arrow Right with solid fill">
            <a:extLst>
              <a:ext uri="{FF2B5EF4-FFF2-40B4-BE49-F238E27FC236}">
                <a16:creationId xmlns:a16="http://schemas.microsoft.com/office/drawing/2014/main" id="{FCF0CC3A-85D1-A863-151E-ECD3A6725776}"/>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3782958" y="3790565"/>
            <a:ext cx="729109" cy="729109"/>
          </a:xfrm>
          <a:prstGeom prst="rect">
            <a:avLst/>
          </a:prstGeom>
        </p:spPr>
      </p:pic>
      <p:sp>
        <p:nvSpPr>
          <p:cNvPr id="28" name="Text Placeholder 40">
            <a:extLst>
              <a:ext uri="{FF2B5EF4-FFF2-40B4-BE49-F238E27FC236}">
                <a16:creationId xmlns:a16="http://schemas.microsoft.com/office/drawing/2014/main" id="{DC11B22F-FAE0-6630-7902-F1518760B400}"/>
              </a:ext>
            </a:extLst>
          </p:cNvPr>
          <p:cNvSpPr>
            <a:spLocks noGrp="1"/>
          </p:cNvSpPr>
          <p:nvPr>
            <p:ph type="body" sz="quarter" idx="13" hasCustomPrompt="1"/>
          </p:nvPr>
        </p:nvSpPr>
        <p:spPr>
          <a:xfrm>
            <a:off x="1039253" y="4278145"/>
            <a:ext cx="2315549" cy="620712"/>
          </a:xfrm>
          <a:prstGeom prst="rect">
            <a:avLst/>
          </a:prstGeom>
        </p:spPr>
        <p:txBody>
          <a:bodyPr lIns="0"/>
          <a:lstStyle>
            <a:lvl1pPr marL="0" indent="0">
              <a:buNone/>
              <a:defRPr sz="1000" b="0" i="0">
                <a:solidFill>
                  <a:schemeClr val="bg1"/>
                </a:solidFill>
                <a:latin typeface="DM Sans ExtraLight" pitchFamily="2" charset="77"/>
              </a:defRPr>
            </a:lvl1pPr>
            <a:lvl2pPr>
              <a:defRPr sz="1000"/>
            </a:lvl2pPr>
            <a:lvl3pPr>
              <a:defRPr sz="1000"/>
            </a:lvl3pPr>
            <a:lvl4pPr>
              <a:defRPr sz="1000"/>
            </a:lvl4pPr>
            <a:lvl5pPr>
              <a:defRPr sz="1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US" sz="1000">
              <a:solidFill>
                <a:schemeClr val="bg1"/>
              </a:solidFill>
              <a:latin typeface="Myriad Pro Light" panose="020B0403030403020204" pitchFamily="34" charset="0"/>
            </a:endParaRPr>
          </a:p>
        </p:txBody>
      </p:sp>
      <p:sp>
        <p:nvSpPr>
          <p:cNvPr id="29" name="Text Placeholder 42">
            <a:extLst>
              <a:ext uri="{FF2B5EF4-FFF2-40B4-BE49-F238E27FC236}">
                <a16:creationId xmlns:a16="http://schemas.microsoft.com/office/drawing/2014/main" id="{E873259D-F33D-AB37-B756-81CA025700F6}"/>
              </a:ext>
            </a:extLst>
          </p:cNvPr>
          <p:cNvSpPr>
            <a:spLocks noGrp="1"/>
          </p:cNvSpPr>
          <p:nvPr>
            <p:ph type="body" sz="quarter" idx="14" hasCustomPrompt="1"/>
          </p:nvPr>
        </p:nvSpPr>
        <p:spPr>
          <a:xfrm>
            <a:off x="1039253" y="3918382"/>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38" name="Content Placeholder 37">
            <a:extLst>
              <a:ext uri="{FF2B5EF4-FFF2-40B4-BE49-F238E27FC236}">
                <a16:creationId xmlns:a16="http://schemas.microsoft.com/office/drawing/2014/main" id="{4E047135-EEED-4949-031D-67294B744412}"/>
              </a:ext>
            </a:extLst>
          </p:cNvPr>
          <p:cNvSpPr>
            <a:spLocks noGrp="1"/>
          </p:cNvSpPr>
          <p:nvPr>
            <p:ph sz="quarter" idx="19" hasCustomPrompt="1"/>
          </p:nvPr>
        </p:nvSpPr>
        <p:spPr>
          <a:xfrm>
            <a:off x="1560263" y="3034673"/>
            <a:ext cx="1257966" cy="830769"/>
          </a:xfrm>
          <a:prstGeom prst="rect">
            <a:avLst/>
          </a:prstGeom>
        </p:spPr>
        <p:txBody>
          <a:bodyPr/>
          <a:lstStyle>
            <a:lvl1pPr>
              <a:defRPr sz="1200">
                <a:solidFill>
                  <a:schemeClr val="bg1"/>
                </a:solidFill>
              </a:defRPr>
            </a:lvl1pPr>
          </a:lstStyle>
          <a:p>
            <a:pPr lvl="0"/>
            <a:r>
              <a:rPr lang="en-GB"/>
              <a:t>Place con here</a:t>
            </a:r>
          </a:p>
        </p:txBody>
      </p:sp>
      <p:pic>
        <p:nvPicPr>
          <p:cNvPr id="13" name="Picture 12" descr="A white letter e in a black background&#10;&#10;AI-generated content may be incorrect.">
            <a:extLst>
              <a:ext uri="{FF2B5EF4-FFF2-40B4-BE49-F238E27FC236}">
                <a16:creationId xmlns:a16="http://schemas.microsoft.com/office/drawing/2014/main" id="{3B822B3D-F186-6E9F-9258-0C915ABD5084}"/>
              </a:ext>
            </a:extLst>
          </p:cNvPr>
          <p:cNvPicPr>
            <a:picLocks noChangeAspect="1"/>
          </p:cNvPicPr>
          <p:nvPr userDrawn="1"/>
        </p:nvPicPr>
        <p:blipFill>
          <a:blip r:embed="rId4"/>
          <a:stretch>
            <a:fillRect/>
          </a:stretch>
        </p:blipFill>
        <p:spPr>
          <a:xfrm>
            <a:off x="11546645" y="6170713"/>
            <a:ext cx="340555" cy="382487"/>
          </a:xfrm>
          <a:prstGeom prst="rect">
            <a:avLst/>
          </a:prstGeom>
        </p:spPr>
      </p:pic>
      <p:pic>
        <p:nvPicPr>
          <p:cNvPr id="36" name="Graphic 35" descr="Arrow Right with solid fill">
            <a:extLst>
              <a:ext uri="{FF2B5EF4-FFF2-40B4-BE49-F238E27FC236}">
                <a16:creationId xmlns:a16="http://schemas.microsoft.com/office/drawing/2014/main" id="{4D7D4405-9CA9-7205-5F99-D08569321985}"/>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7700049" y="3790565"/>
            <a:ext cx="729109" cy="729109"/>
          </a:xfrm>
          <a:prstGeom prst="rect">
            <a:avLst/>
          </a:prstGeom>
        </p:spPr>
      </p:pic>
      <p:sp>
        <p:nvSpPr>
          <p:cNvPr id="4" name="Rounded Rectangle 3">
            <a:extLst>
              <a:ext uri="{FF2B5EF4-FFF2-40B4-BE49-F238E27FC236}">
                <a16:creationId xmlns:a16="http://schemas.microsoft.com/office/drawing/2014/main" id="{C8761F14-8833-B392-2A93-4D8381F0BDAF}"/>
              </a:ext>
            </a:extLst>
          </p:cNvPr>
          <p:cNvSpPr>
            <a:spLocks/>
          </p:cNvSpPr>
          <p:nvPr userDrawn="1"/>
        </p:nvSpPr>
        <p:spPr>
          <a:xfrm>
            <a:off x="4724752" y="2966096"/>
            <a:ext cx="2768283" cy="2380587"/>
          </a:xfrm>
          <a:prstGeom prst="roundRect">
            <a:avLst>
              <a:gd name="adj" fmla="val 7222"/>
            </a:avLst>
          </a:prstGeom>
          <a:solidFill>
            <a:srgbClr val="0D1125">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40">
            <a:extLst>
              <a:ext uri="{FF2B5EF4-FFF2-40B4-BE49-F238E27FC236}">
                <a16:creationId xmlns:a16="http://schemas.microsoft.com/office/drawing/2014/main" id="{35092C7A-64AE-37B5-ECF8-857170E3EF14}"/>
              </a:ext>
            </a:extLst>
          </p:cNvPr>
          <p:cNvSpPr>
            <a:spLocks noGrp="1"/>
          </p:cNvSpPr>
          <p:nvPr>
            <p:ph type="body" sz="quarter" idx="26" hasCustomPrompt="1"/>
          </p:nvPr>
        </p:nvSpPr>
        <p:spPr>
          <a:xfrm>
            <a:off x="4989550" y="4278145"/>
            <a:ext cx="2279002" cy="620712"/>
          </a:xfrm>
          <a:prstGeom prst="rect">
            <a:avLst/>
          </a:prstGeom>
        </p:spPr>
        <p:txBody>
          <a:bodyPr lIns="0"/>
          <a:lstStyle>
            <a:lvl1pPr marL="0" indent="0">
              <a:buNone/>
              <a:defRPr sz="1000" b="0" i="0">
                <a:solidFill>
                  <a:schemeClr val="bg1"/>
                </a:solidFill>
                <a:latin typeface="DM Sans ExtraLight" pitchFamily="2" charset="77"/>
              </a:defRPr>
            </a:lvl1pPr>
            <a:lvl2pPr>
              <a:defRPr sz="1000"/>
            </a:lvl2pPr>
            <a:lvl3pPr>
              <a:defRPr sz="1000"/>
            </a:lvl3pPr>
            <a:lvl4pPr>
              <a:defRPr sz="1000"/>
            </a:lvl4pPr>
            <a:lvl5pPr>
              <a:defRPr sz="1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US" sz="1000">
              <a:solidFill>
                <a:schemeClr val="bg1"/>
              </a:solidFill>
              <a:latin typeface="Myriad Pro Light" panose="020B0403030403020204" pitchFamily="34" charset="0"/>
            </a:endParaRPr>
          </a:p>
        </p:txBody>
      </p:sp>
      <p:sp>
        <p:nvSpPr>
          <p:cNvPr id="6" name="Text Placeholder 42">
            <a:extLst>
              <a:ext uri="{FF2B5EF4-FFF2-40B4-BE49-F238E27FC236}">
                <a16:creationId xmlns:a16="http://schemas.microsoft.com/office/drawing/2014/main" id="{639F1B95-6018-142B-C0FE-0C912EE489FE}"/>
              </a:ext>
            </a:extLst>
          </p:cNvPr>
          <p:cNvSpPr>
            <a:spLocks noGrp="1"/>
          </p:cNvSpPr>
          <p:nvPr>
            <p:ph type="body" sz="quarter" idx="27" hasCustomPrompt="1"/>
          </p:nvPr>
        </p:nvSpPr>
        <p:spPr>
          <a:xfrm>
            <a:off x="4989550" y="3918382"/>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7" name="Content Placeholder 37">
            <a:extLst>
              <a:ext uri="{FF2B5EF4-FFF2-40B4-BE49-F238E27FC236}">
                <a16:creationId xmlns:a16="http://schemas.microsoft.com/office/drawing/2014/main" id="{0D12F90F-BB70-7300-B5D6-2DA628BDF9CF}"/>
              </a:ext>
            </a:extLst>
          </p:cNvPr>
          <p:cNvSpPr>
            <a:spLocks noGrp="1"/>
          </p:cNvSpPr>
          <p:nvPr>
            <p:ph sz="quarter" idx="28" hasCustomPrompt="1"/>
          </p:nvPr>
        </p:nvSpPr>
        <p:spPr>
          <a:xfrm>
            <a:off x="5474012" y="3034673"/>
            <a:ext cx="1257966" cy="830769"/>
          </a:xfrm>
          <a:prstGeom prst="rect">
            <a:avLst/>
          </a:prstGeom>
        </p:spPr>
        <p:txBody>
          <a:bodyPr/>
          <a:lstStyle>
            <a:lvl1pPr>
              <a:defRPr sz="1200">
                <a:solidFill>
                  <a:schemeClr val="bg1"/>
                </a:solidFill>
              </a:defRPr>
            </a:lvl1pPr>
          </a:lstStyle>
          <a:p>
            <a:pPr lvl="0"/>
            <a:r>
              <a:rPr lang="en-GB"/>
              <a:t>Place con here</a:t>
            </a:r>
          </a:p>
        </p:txBody>
      </p:sp>
      <p:sp>
        <p:nvSpPr>
          <p:cNvPr id="21" name="Rounded Rectangle 20">
            <a:extLst>
              <a:ext uri="{FF2B5EF4-FFF2-40B4-BE49-F238E27FC236}">
                <a16:creationId xmlns:a16="http://schemas.microsoft.com/office/drawing/2014/main" id="{28DECA42-925C-BF36-6E40-69BC6F26DA15}"/>
              </a:ext>
            </a:extLst>
          </p:cNvPr>
          <p:cNvSpPr>
            <a:spLocks/>
          </p:cNvSpPr>
          <p:nvPr userDrawn="1"/>
        </p:nvSpPr>
        <p:spPr>
          <a:xfrm>
            <a:off x="8608946" y="2966096"/>
            <a:ext cx="2768283" cy="2380587"/>
          </a:xfrm>
          <a:prstGeom prst="roundRect">
            <a:avLst>
              <a:gd name="adj" fmla="val 7222"/>
            </a:avLst>
          </a:prstGeom>
          <a:solidFill>
            <a:srgbClr val="0D1125">
              <a:alpha val="69804"/>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40">
            <a:extLst>
              <a:ext uri="{FF2B5EF4-FFF2-40B4-BE49-F238E27FC236}">
                <a16:creationId xmlns:a16="http://schemas.microsoft.com/office/drawing/2014/main" id="{104FD499-24E5-B21E-5AFB-DF661D38BBD9}"/>
              </a:ext>
            </a:extLst>
          </p:cNvPr>
          <p:cNvSpPr>
            <a:spLocks noGrp="1"/>
          </p:cNvSpPr>
          <p:nvPr>
            <p:ph type="body" sz="quarter" idx="29" hasCustomPrompt="1"/>
          </p:nvPr>
        </p:nvSpPr>
        <p:spPr>
          <a:xfrm>
            <a:off x="8873744" y="4278145"/>
            <a:ext cx="2279002" cy="620712"/>
          </a:xfrm>
          <a:prstGeom prst="rect">
            <a:avLst/>
          </a:prstGeom>
        </p:spPr>
        <p:txBody>
          <a:bodyPr lIns="0"/>
          <a:lstStyle>
            <a:lvl1pPr marL="0" indent="0">
              <a:buNone/>
              <a:defRPr sz="1000" b="0" i="0">
                <a:solidFill>
                  <a:schemeClr val="bg1"/>
                </a:solidFill>
                <a:latin typeface="DM Sans ExtraLight" pitchFamily="2" charset="77"/>
              </a:defRPr>
            </a:lvl1pPr>
            <a:lvl2pPr>
              <a:defRPr sz="1000"/>
            </a:lvl2pPr>
            <a:lvl3pPr>
              <a:defRPr sz="1000"/>
            </a:lvl3pPr>
            <a:lvl4pPr>
              <a:defRPr sz="1000"/>
            </a:lvl4pPr>
            <a:lvl5pPr>
              <a:defRPr sz="1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a:t>
            </a:r>
            <a:endParaRPr lang="en-US" sz="1000">
              <a:solidFill>
                <a:schemeClr val="bg1"/>
              </a:solidFill>
              <a:latin typeface="Myriad Pro Light" panose="020B0403030403020204" pitchFamily="34" charset="0"/>
            </a:endParaRPr>
          </a:p>
        </p:txBody>
      </p:sp>
      <p:sp>
        <p:nvSpPr>
          <p:cNvPr id="31" name="Text Placeholder 42">
            <a:extLst>
              <a:ext uri="{FF2B5EF4-FFF2-40B4-BE49-F238E27FC236}">
                <a16:creationId xmlns:a16="http://schemas.microsoft.com/office/drawing/2014/main" id="{CC72DFC0-CA97-C08B-3DC4-FF1E1A8B2B2D}"/>
              </a:ext>
            </a:extLst>
          </p:cNvPr>
          <p:cNvSpPr>
            <a:spLocks noGrp="1"/>
          </p:cNvSpPr>
          <p:nvPr>
            <p:ph type="body" sz="quarter" idx="30" hasCustomPrompt="1"/>
          </p:nvPr>
        </p:nvSpPr>
        <p:spPr>
          <a:xfrm>
            <a:off x="8873744" y="3918382"/>
            <a:ext cx="2226891" cy="334962"/>
          </a:xfrm>
          <a:prstGeom prst="rect">
            <a:avLst/>
          </a:prstGeom>
        </p:spPr>
        <p:txBody>
          <a:bodyPr lIns="0"/>
          <a:lstStyle>
            <a:lvl1pPr marL="0" indent="0">
              <a:buNone/>
              <a:defRPr sz="2000" b="1" i="0">
                <a:solidFill>
                  <a:schemeClr val="bg1"/>
                </a:solidFill>
                <a:latin typeface="DM Sans SemiBold" pitchFamily="2" charset="77"/>
              </a:defRPr>
            </a:lvl1pPr>
          </a:lstStyle>
          <a:p>
            <a:pPr lvl="0"/>
            <a:r>
              <a:rPr lang="en-GB"/>
              <a:t>Lorem </a:t>
            </a:r>
            <a:r>
              <a:rPr lang="en-GB" err="1"/>
              <a:t>ipsem</a:t>
            </a:r>
            <a:endParaRPr lang="en-GB"/>
          </a:p>
        </p:txBody>
      </p:sp>
      <p:sp>
        <p:nvSpPr>
          <p:cNvPr id="32" name="Content Placeholder 37">
            <a:extLst>
              <a:ext uri="{FF2B5EF4-FFF2-40B4-BE49-F238E27FC236}">
                <a16:creationId xmlns:a16="http://schemas.microsoft.com/office/drawing/2014/main" id="{EBEBFB33-0BCD-2650-D3B8-0061B31E116C}"/>
              </a:ext>
            </a:extLst>
          </p:cNvPr>
          <p:cNvSpPr>
            <a:spLocks noGrp="1"/>
          </p:cNvSpPr>
          <p:nvPr>
            <p:ph sz="quarter" idx="31" hasCustomPrompt="1"/>
          </p:nvPr>
        </p:nvSpPr>
        <p:spPr>
          <a:xfrm>
            <a:off x="9358206" y="3034673"/>
            <a:ext cx="1257966" cy="830769"/>
          </a:xfrm>
          <a:prstGeom prst="rect">
            <a:avLst/>
          </a:prstGeom>
        </p:spPr>
        <p:txBody>
          <a:bodyPr/>
          <a:lstStyle>
            <a:lvl1pPr>
              <a:defRPr sz="1200">
                <a:solidFill>
                  <a:schemeClr val="bg1"/>
                </a:solidFill>
              </a:defRPr>
            </a:lvl1pPr>
          </a:lstStyle>
          <a:p>
            <a:pPr lvl="0"/>
            <a:r>
              <a:rPr lang="en-GB"/>
              <a:t>Place con here</a:t>
            </a:r>
          </a:p>
        </p:txBody>
      </p:sp>
      <p:sp>
        <p:nvSpPr>
          <p:cNvPr id="14" name="Text Placeholder 11">
            <a:extLst>
              <a:ext uri="{FF2B5EF4-FFF2-40B4-BE49-F238E27FC236}">
                <a16:creationId xmlns:a16="http://schemas.microsoft.com/office/drawing/2014/main" id="{F70465CE-20F0-1579-2162-F9F2746E7BB0}"/>
              </a:ext>
            </a:extLst>
          </p:cNvPr>
          <p:cNvSpPr>
            <a:spLocks noGrp="1"/>
          </p:cNvSpPr>
          <p:nvPr>
            <p:ph type="body" sz="quarter" idx="33" hasCustomPrompt="1"/>
          </p:nvPr>
        </p:nvSpPr>
        <p:spPr>
          <a:xfrm>
            <a:off x="344631" y="1575026"/>
            <a:ext cx="8529113" cy="512004"/>
          </a:xfrm>
          <a:prstGeom prst="rect">
            <a:avLst/>
          </a:prstGeom>
        </p:spPr>
        <p:txBody>
          <a:bodyPr lIns="0"/>
          <a:lstStyle>
            <a:lvl1pPr marL="0" indent="0">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15" name="Text Placeholder 11">
            <a:extLst>
              <a:ext uri="{FF2B5EF4-FFF2-40B4-BE49-F238E27FC236}">
                <a16:creationId xmlns:a16="http://schemas.microsoft.com/office/drawing/2014/main" id="{0B9C3C4D-5EEB-5632-F80B-D88A7FF8C071}"/>
              </a:ext>
            </a:extLst>
          </p:cNvPr>
          <p:cNvSpPr>
            <a:spLocks noGrp="1"/>
          </p:cNvSpPr>
          <p:nvPr>
            <p:ph type="body" sz="quarter" idx="44" hasCustomPrompt="1"/>
          </p:nvPr>
        </p:nvSpPr>
        <p:spPr>
          <a:xfrm>
            <a:off x="331536" y="842300"/>
            <a:ext cx="7103980"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6" name="TextBox 15">
            <a:extLst>
              <a:ext uri="{FF2B5EF4-FFF2-40B4-BE49-F238E27FC236}">
                <a16:creationId xmlns:a16="http://schemas.microsoft.com/office/drawing/2014/main" id="{2665929A-8CBA-8855-6B04-D361326D0C27}"/>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7" name="Straight Connector 16">
            <a:extLst>
              <a:ext uri="{FF2B5EF4-FFF2-40B4-BE49-F238E27FC236}">
                <a16:creationId xmlns:a16="http://schemas.microsoft.com/office/drawing/2014/main" id="{E9A6FEA9-C687-F565-40A1-8C7640CE2293}"/>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B33DFC6D-D822-6088-3C6A-E38B2BEE413D}"/>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9" name="TextBox 18">
            <a:extLst>
              <a:ext uri="{FF2B5EF4-FFF2-40B4-BE49-F238E27FC236}">
                <a16:creationId xmlns:a16="http://schemas.microsoft.com/office/drawing/2014/main" id="{8DE4627C-8530-A1DD-81BF-A31843E91FA9}"/>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397886957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37" name="Picture 36" descr="A blue and white background&#10;&#10;AI-generated content may be incorrect.">
            <a:extLst>
              <a:ext uri="{FF2B5EF4-FFF2-40B4-BE49-F238E27FC236}">
                <a16:creationId xmlns:a16="http://schemas.microsoft.com/office/drawing/2014/main" id="{C89AC43E-6D86-D2E9-BCFD-DEC695071E30}"/>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7" name="Rounded Rectangle 6">
            <a:extLst>
              <a:ext uri="{FF2B5EF4-FFF2-40B4-BE49-F238E27FC236}">
                <a16:creationId xmlns:a16="http://schemas.microsoft.com/office/drawing/2014/main" id="{D829D31F-7993-2159-2EE7-383920B74644}"/>
              </a:ext>
            </a:extLst>
          </p:cNvPr>
          <p:cNvSpPr/>
          <p:nvPr userDrawn="1"/>
        </p:nvSpPr>
        <p:spPr>
          <a:xfrm>
            <a:off x="5059540" y="520497"/>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10" name="Text Placeholder 11">
            <a:extLst>
              <a:ext uri="{FF2B5EF4-FFF2-40B4-BE49-F238E27FC236}">
                <a16:creationId xmlns:a16="http://schemas.microsoft.com/office/drawing/2014/main" id="{9121CCA5-1D8D-50B5-71EE-51579583F523}"/>
              </a:ext>
            </a:extLst>
          </p:cNvPr>
          <p:cNvSpPr>
            <a:spLocks noGrp="1"/>
          </p:cNvSpPr>
          <p:nvPr>
            <p:ph type="body" sz="quarter" idx="11" hasCustomPrompt="1"/>
          </p:nvPr>
        </p:nvSpPr>
        <p:spPr>
          <a:xfrm>
            <a:off x="314552" y="2115778"/>
            <a:ext cx="2824828"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title</a:t>
            </a:r>
          </a:p>
        </p:txBody>
      </p:sp>
      <p:sp>
        <p:nvSpPr>
          <p:cNvPr id="11" name="Text Placeholder 11">
            <a:extLst>
              <a:ext uri="{FF2B5EF4-FFF2-40B4-BE49-F238E27FC236}">
                <a16:creationId xmlns:a16="http://schemas.microsoft.com/office/drawing/2014/main" id="{4AEC5D7C-EE88-D6F1-D4F5-C2B715D42647}"/>
              </a:ext>
            </a:extLst>
          </p:cNvPr>
          <p:cNvSpPr>
            <a:spLocks noGrp="1"/>
          </p:cNvSpPr>
          <p:nvPr>
            <p:ph type="body" sz="quarter" idx="12" hasCustomPrompt="1"/>
          </p:nvPr>
        </p:nvSpPr>
        <p:spPr>
          <a:xfrm>
            <a:off x="316262" y="3479116"/>
            <a:ext cx="3820739" cy="802766"/>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12" name="Text Placeholder 42">
            <a:extLst>
              <a:ext uri="{FF2B5EF4-FFF2-40B4-BE49-F238E27FC236}">
                <a16:creationId xmlns:a16="http://schemas.microsoft.com/office/drawing/2014/main" id="{131F0840-B162-AF95-D87F-51092FEC85DB}"/>
              </a:ext>
            </a:extLst>
          </p:cNvPr>
          <p:cNvSpPr>
            <a:spLocks noGrp="1"/>
          </p:cNvSpPr>
          <p:nvPr>
            <p:ph type="body" sz="quarter" idx="14" hasCustomPrompt="1"/>
          </p:nvPr>
        </p:nvSpPr>
        <p:spPr>
          <a:xfrm>
            <a:off x="5141240" y="675324"/>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13" name="Rounded Rectangle 12">
            <a:extLst>
              <a:ext uri="{FF2B5EF4-FFF2-40B4-BE49-F238E27FC236}">
                <a16:creationId xmlns:a16="http://schemas.microsoft.com/office/drawing/2014/main" id="{CB37BB93-588F-0EF8-55D1-C21D37F049C0}"/>
              </a:ext>
            </a:extLst>
          </p:cNvPr>
          <p:cNvSpPr/>
          <p:nvPr userDrawn="1"/>
        </p:nvSpPr>
        <p:spPr>
          <a:xfrm>
            <a:off x="5059540" y="253848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14" name="Text Placeholder 42">
            <a:extLst>
              <a:ext uri="{FF2B5EF4-FFF2-40B4-BE49-F238E27FC236}">
                <a16:creationId xmlns:a16="http://schemas.microsoft.com/office/drawing/2014/main" id="{3D8FB1A3-DEDB-673E-E33E-7BE918A2F8FF}"/>
              </a:ext>
            </a:extLst>
          </p:cNvPr>
          <p:cNvSpPr>
            <a:spLocks noGrp="1"/>
          </p:cNvSpPr>
          <p:nvPr>
            <p:ph type="body" sz="quarter" idx="20" hasCustomPrompt="1"/>
          </p:nvPr>
        </p:nvSpPr>
        <p:spPr>
          <a:xfrm>
            <a:off x="5141240" y="269331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15" name="Rounded Rectangle 14">
            <a:extLst>
              <a:ext uri="{FF2B5EF4-FFF2-40B4-BE49-F238E27FC236}">
                <a16:creationId xmlns:a16="http://schemas.microsoft.com/office/drawing/2014/main" id="{47F2CED9-F64D-FBFF-8A2A-39397929A2A4}"/>
              </a:ext>
            </a:extLst>
          </p:cNvPr>
          <p:cNvSpPr/>
          <p:nvPr userDrawn="1"/>
        </p:nvSpPr>
        <p:spPr>
          <a:xfrm>
            <a:off x="5059540" y="448655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16" name="Text Placeholder 42">
            <a:extLst>
              <a:ext uri="{FF2B5EF4-FFF2-40B4-BE49-F238E27FC236}">
                <a16:creationId xmlns:a16="http://schemas.microsoft.com/office/drawing/2014/main" id="{A5F1348B-200B-1B11-8E15-DFAAC310A409}"/>
              </a:ext>
            </a:extLst>
          </p:cNvPr>
          <p:cNvSpPr>
            <a:spLocks noGrp="1"/>
          </p:cNvSpPr>
          <p:nvPr>
            <p:ph type="body" sz="quarter" idx="30" hasCustomPrompt="1"/>
          </p:nvPr>
        </p:nvSpPr>
        <p:spPr>
          <a:xfrm>
            <a:off x="5141240" y="464138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pic>
        <p:nvPicPr>
          <p:cNvPr id="17" name="Picture 16" descr="A white letter e in a black background&#10;&#10;AI-generated content may be incorrect.">
            <a:extLst>
              <a:ext uri="{FF2B5EF4-FFF2-40B4-BE49-F238E27FC236}">
                <a16:creationId xmlns:a16="http://schemas.microsoft.com/office/drawing/2014/main" id="{A909330C-AB98-1E8D-96E8-350E8A896C7A}"/>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18" name="Rounded Rectangle 17">
            <a:extLst>
              <a:ext uri="{FF2B5EF4-FFF2-40B4-BE49-F238E27FC236}">
                <a16:creationId xmlns:a16="http://schemas.microsoft.com/office/drawing/2014/main" id="{4FE5BFAF-EB14-15C4-BB5D-F8A830D1BF39}"/>
              </a:ext>
            </a:extLst>
          </p:cNvPr>
          <p:cNvSpPr/>
          <p:nvPr userDrawn="1"/>
        </p:nvSpPr>
        <p:spPr>
          <a:xfrm>
            <a:off x="7157253" y="520497"/>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19" name="Text Placeholder 42">
            <a:extLst>
              <a:ext uri="{FF2B5EF4-FFF2-40B4-BE49-F238E27FC236}">
                <a16:creationId xmlns:a16="http://schemas.microsoft.com/office/drawing/2014/main" id="{9D88AFDB-3267-EFA4-C4E0-D8F154D3F244}"/>
              </a:ext>
            </a:extLst>
          </p:cNvPr>
          <p:cNvSpPr>
            <a:spLocks noGrp="1"/>
          </p:cNvSpPr>
          <p:nvPr>
            <p:ph type="body" sz="quarter" idx="32" hasCustomPrompt="1"/>
          </p:nvPr>
        </p:nvSpPr>
        <p:spPr>
          <a:xfrm>
            <a:off x="7238953" y="675324"/>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20" name="Rounded Rectangle 19">
            <a:extLst>
              <a:ext uri="{FF2B5EF4-FFF2-40B4-BE49-F238E27FC236}">
                <a16:creationId xmlns:a16="http://schemas.microsoft.com/office/drawing/2014/main" id="{6A95C93A-5784-5163-3B09-5B7357033B12}"/>
              </a:ext>
            </a:extLst>
          </p:cNvPr>
          <p:cNvSpPr/>
          <p:nvPr userDrawn="1"/>
        </p:nvSpPr>
        <p:spPr>
          <a:xfrm>
            <a:off x="7157253" y="253848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1" name="Text Placeholder 42">
            <a:extLst>
              <a:ext uri="{FF2B5EF4-FFF2-40B4-BE49-F238E27FC236}">
                <a16:creationId xmlns:a16="http://schemas.microsoft.com/office/drawing/2014/main" id="{6CC64078-FCB6-A7CA-3BAD-D4AA20CB075B}"/>
              </a:ext>
            </a:extLst>
          </p:cNvPr>
          <p:cNvSpPr>
            <a:spLocks noGrp="1"/>
          </p:cNvSpPr>
          <p:nvPr>
            <p:ph type="body" sz="quarter" idx="34" hasCustomPrompt="1"/>
          </p:nvPr>
        </p:nvSpPr>
        <p:spPr>
          <a:xfrm>
            <a:off x="7238953" y="269331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22" name="Rounded Rectangle 21">
            <a:extLst>
              <a:ext uri="{FF2B5EF4-FFF2-40B4-BE49-F238E27FC236}">
                <a16:creationId xmlns:a16="http://schemas.microsoft.com/office/drawing/2014/main" id="{80C3BED3-4597-C2BC-2325-93F11BC9BFF0}"/>
              </a:ext>
            </a:extLst>
          </p:cNvPr>
          <p:cNvSpPr/>
          <p:nvPr userDrawn="1"/>
        </p:nvSpPr>
        <p:spPr>
          <a:xfrm>
            <a:off x="7157253" y="448655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3" name="Text Placeholder 42">
            <a:extLst>
              <a:ext uri="{FF2B5EF4-FFF2-40B4-BE49-F238E27FC236}">
                <a16:creationId xmlns:a16="http://schemas.microsoft.com/office/drawing/2014/main" id="{79B50276-99B6-1B02-0BA8-03581452F0FA}"/>
              </a:ext>
            </a:extLst>
          </p:cNvPr>
          <p:cNvSpPr>
            <a:spLocks noGrp="1"/>
          </p:cNvSpPr>
          <p:nvPr>
            <p:ph type="body" sz="quarter" idx="36" hasCustomPrompt="1"/>
          </p:nvPr>
        </p:nvSpPr>
        <p:spPr>
          <a:xfrm>
            <a:off x="7238953" y="464138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24" name="Rounded Rectangle 23">
            <a:extLst>
              <a:ext uri="{FF2B5EF4-FFF2-40B4-BE49-F238E27FC236}">
                <a16:creationId xmlns:a16="http://schemas.microsoft.com/office/drawing/2014/main" id="{78E20027-BCC6-EF44-7C38-685D9683C631}"/>
              </a:ext>
            </a:extLst>
          </p:cNvPr>
          <p:cNvSpPr/>
          <p:nvPr userDrawn="1"/>
        </p:nvSpPr>
        <p:spPr>
          <a:xfrm>
            <a:off x="9255560" y="520497"/>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5" name="Text Placeholder 42">
            <a:extLst>
              <a:ext uri="{FF2B5EF4-FFF2-40B4-BE49-F238E27FC236}">
                <a16:creationId xmlns:a16="http://schemas.microsoft.com/office/drawing/2014/main" id="{40DA0E83-5024-E3D7-0669-B8436169D4FB}"/>
              </a:ext>
            </a:extLst>
          </p:cNvPr>
          <p:cNvSpPr>
            <a:spLocks noGrp="1"/>
          </p:cNvSpPr>
          <p:nvPr>
            <p:ph type="body" sz="quarter" idx="38" hasCustomPrompt="1"/>
          </p:nvPr>
        </p:nvSpPr>
        <p:spPr>
          <a:xfrm>
            <a:off x="9337260" y="675324"/>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26" name="Rounded Rectangle 25">
            <a:extLst>
              <a:ext uri="{FF2B5EF4-FFF2-40B4-BE49-F238E27FC236}">
                <a16:creationId xmlns:a16="http://schemas.microsoft.com/office/drawing/2014/main" id="{7580810A-5E7F-9504-8E28-5610E964CB42}"/>
              </a:ext>
            </a:extLst>
          </p:cNvPr>
          <p:cNvSpPr/>
          <p:nvPr userDrawn="1"/>
        </p:nvSpPr>
        <p:spPr>
          <a:xfrm>
            <a:off x="9255560" y="253848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7" name="Text Placeholder 42">
            <a:extLst>
              <a:ext uri="{FF2B5EF4-FFF2-40B4-BE49-F238E27FC236}">
                <a16:creationId xmlns:a16="http://schemas.microsoft.com/office/drawing/2014/main" id="{B46BDE97-38EE-13C5-1A0E-3F955AEE7602}"/>
              </a:ext>
            </a:extLst>
          </p:cNvPr>
          <p:cNvSpPr>
            <a:spLocks noGrp="1"/>
          </p:cNvSpPr>
          <p:nvPr>
            <p:ph type="body" sz="quarter" idx="40" hasCustomPrompt="1"/>
          </p:nvPr>
        </p:nvSpPr>
        <p:spPr>
          <a:xfrm>
            <a:off x="9337260" y="269331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28" name="Rounded Rectangle 27">
            <a:extLst>
              <a:ext uri="{FF2B5EF4-FFF2-40B4-BE49-F238E27FC236}">
                <a16:creationId xmlns:a16="http://schemas.microsoft.com/office/drawing/2014/main" id="{41FB6AD5-5452-2564-8C87-A58CC920684D}"/>
              </a:ext>
            </a:extLst>
          </p:cNvPr>
          <p:cNvSpPr/>
          <p:nvPr userDrawn="1"/>
        </p:nvSpPr>
        <p:spPr>
          <a:xfrm>
            <a:off x="9255560" y="4486554"/>
            <a:ext cx="1939022" cy="1794608"/>
          </a:xfrm>
          <a:prstGeom prst="roundRect">
            <a:avLst>
              <a:gd name="adj" fmla="val 4169"/>
            </a:avLst>
          </a:prstGeom>
          <a:solidFill>
            <a:srgbClr val="0D1125">
              <a:alpha val="49779"/>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lIns="0" rtlCol="0" anchor="ctr"/>
          <a:lstStyle/>
          <a:p>
            <a:pPr algn="ctr"/>
            <a:endParaRPr lang="en-US"/>
          </a:p>
        </p:txBody>
      </p:sp>
      <p:sp>
        <p:nvSpPr>
          <p:cNvPr id="29" name="Text Placeholder 42">
            <a:extLst>
              <a:ext uri="{FF2B5EF4-FFF2-40B4-BE49-F238E27FC236}">
                <a16:creationId xmlns:a16="http://schemas.microsoft.com/office/drawing/2014/main" id="{DC086D33-8E10-02C9-BA0E-723CCA43A346}"/>
              </a:ext>
            </a:extLst>
          </p:cNvPr>
          <p:cNvSpPr>
            <a:spLocks noGrp="1"/>
          </p:cNvSpPr>
          <p:nvPr>
            <p:ph type="body" sz="quarter" idx="42" hasCustomPrompt="1"/>
          </p:nvPr>
        </p:nvSpPr>
        <p:spPr>
          <a:xfrm>
            <a:off x="9337260" y="4641381"/>
            <a:ext cx="1469675" cy="334962"/>
          </a:xfrm>
          <a:prstGeom prst="rect">
            <a:avLst/>
          </a:prstGeom>
        </p:spPr>
        <p:txBody>
          <a:bodyPr lIns="0"/>
          <a:lstStyle>
            <a:lvl1pPr marL="0" indent="0">
              <a:buNone/>
              <a:defRPr sz="1600" b="1" i="0">
                <a:solidFill>
                  <a:schemeClr val="bg1"/>
                </a:solidFill>
                <a:latin typeface="DM Sans SemiBold" pitchFamily="2" charset="77"/>
              </a:defRPr>
            </a:lvl1pPr>
          </a:lstStyle>
          <a:p>
            <a:pPr lvl="0"/>
            <a:r>
              <a:rPr lang="en-GB"/>
              <a:t>Lorem </a:t>
            </a:r>
            <a:r>
              <a:rPr lang="en-GB" err="1"/>
              <a:t>ipsem</a:t>
            </a:r>
            <a:endParaRPr lang="en-GB"/>
          </a:p>
        </p:txBody>
      </p:sp>
      <p:sp>
        <p:nvSpPr>
          <p:cNvPr id="30" name="Text Placeholder 11">
            <a:extLst>
              <a:ext uri="{FF2B5EF4-FFF2-40B4-BE49-F238E27FC236}">
                <a16:creationId xmlns:a16="http://schemas.microsoft.com/office/drawing/2014/main" id="{5AE7D96C-D387-F456-91B1-1C9B8D5DFE9A}"/>
              </a:ext>
            </a:extLst>
          </p:cNvPr>
          <p:cNvSpPr>
            <a:spLocks noGrp="1"/>
          </p:cNvSpPr>
          <p:nvPr>
            <p:ph type="body" sz="quarter" idx="43" hasCustomPrompt="1"/>
          </p:nvPr>
        </p:nvSpPr>
        <p:spPr>
          <a:xfrm>
            <a:off x="5167242" y="1130093"/>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1200">
              <a:solidFill>
                <a:schemeClr val="bg1"/>
              </a:solidFill>
              <a:latin typeface="Myriad Pro Light" panose="020B0403030403020204" pitchFamily="34" charset="0"/>
            </a:endParaRPr>
          </a:p>
        </p:txBody>
      </p:sp>
      <p:sp>
        <p:nvSpPr>
          <p:cNvPr id="31" name="Text Placeholder 11">
            <a:extLst>
              <a:ext uri="{FF2B5EF4-FFF2-40B4-BE49-F238E27FC236}">
                <a16:creationId xmlns:a16="http://schemas.microsoft.com/office/drawing/2014/main" id="{8ED9AFE7-54A6-DE50-D369-7AAF7799E92D}"/>
              </a:ext>
            </a:extLst>
          </p:cNvPr>
          <p:cNvSpPr>
            <a:spLocks noGrp="1"/>
          </p:cNvSpPr>
          <p:nvPr>
            <p:ph type="body" sz="quarter" idx="44" hasCustomPrompt="1"/>
          </p:nvPr>
        </p:nvSpPr>
        <p:spPr>
          <a:xfrm>
            <a:off x="7234247" y="1130093"/>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2" name="Text Placeholder 11">
            <a:extLst>
              <a:ext uri="{FF2B5EF4-FFF2-40B4-BE49-F238E27FC236}">
                <a16:creationId xmlns:a16="http://schemas.microsoft.com/office/drawing/2014/main" id="{C8FA8639-4C9F-80F6-62F9-1B30FD03D8D8}"/>
              </a:ext>
            </a:extLst>
          </p:cNvPr>
          <p:cNvSpPr>
            <a:spLocks noGrp="1"/>
          </p:cNvSpPr>
          <p:nvPr>
            <p:ph type="body" sz="quarter" idx="45" hasCustomPrompt="1"/>
          </p:nvPr>
        </p:nvSpPr>
        <p:spPr>
          <a:xfrm>
            <a:off x="9353821" y="1130093"/>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3" name="Text Placeholder 11">
            <a:extLst>
              <a:ext uri="{FF2B5EF4-FFF2-40B4-BE49-F238E27FC236}">
                <a16:creationId xmlns:a16="http://schemas.microsoft.com/office/drawing/2014/main" id="{7FF7F3DB-20BA-B5EB-77D4-3B76787EBB62}"/>
              </a:ext>
            </a:extLst>
          </p:cNvPr>
          <p:cNvSpPr>
            <a:spLocks noGrp="1"/>
          </p:cNvSpPr>
          <p:nvPr>
            <p:ph type="body" sz="quarter" idx="46" hasCustomPrompt="1"/>
          </p:nvPr>
        </p:nvSpPr>
        <p:spPr>
          <a:xfrm>
            <a:off x="5141240" y="314333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4" name="Text Placeholder 11">
            <a:extLst>
              <a:ext uri="{FF2B5EF4-FFF2-40B4-BE49-F238E27FC236}">
                <a16:creationId xmlns:a16="http://schemas.microsoft.com/office/drawing/2014/main" id="{3FA68F15-4873-B17C-660A-95626B45AC72}"/>
              </a:ext>
            </a:extLst>
          </p:cNvPr>
          <p:cNvSpPr>
            <a:spLocks noGrp="1"/>
          </p:cNvSpPr>
          <p:nvPr>
            <p:ph type="body" sz="quarter" idx="47" hasCustomPrompt="1"/>
          </p:nvPr>
        </p:nvSpPr>
        <p:spPr>
          <a:xfrm>
            <a:off x="7208245" y="314333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5" name="Text Placeholder 11">
            <a:extLst>
              <a:ext uri="{FF2B5EF4-FFF2-40B4-BE49-F238E27FC236}">
                <a16:creationId xmlns:a16="http://schemas.microsoft.com/office/drawing/2014/main" id="{467EC975-AE87-1A95-35BC-7BBD96B6857B}"/>
              </a:ext>
            </a:extLst>
          </p:cNvPr>
          <p:cNvSpPr>
            <a:spLocks noGrp="1"/>
          </p:cNvSpPr>
          <p:nvPr>
            <p:ph type="body" sz="quarter" idx="48" hasCustomPrompt="1"/>
          </p:nvPr>
        </p:nvSpPr>
        <p:spPr>
          <a:xfrm>
            <a:off x="9327819" y="314333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6" name="Text Placeholder 11">
            <a:extLst>
              <a:ext uri="{FF2B5EF4-FFF2-40B4-BE49-F238E27FC236}">
                <a16:creationId xmlns:a16="http://schemas.microsoft.com/office/drawing/2014/main" id="{1C430FA9-C5C7-4638-14F0-6BF4F92C6C19}"/>
              </a:ext>
            </a:extLst>
          </p:cNvPr>
          <p:cNvSpPr>
            <a:spLocks noGrp="1"/>
          </p:cNvSpPr>
          <p:nvPr>
            <p:ph type="body" sz="quarter" idx="49" hasCustomPrompt="1"/>
          </p:nvPr>
        </p:nvSpPr>
        <p:spPr>
          <a:xfrm>
            <a:off x="5141240" y="509140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8" name="Text Placeholder 11">
            <a:extLst>
              <a:ext uri="{FF2B5EF4-FFF2-40B4-BE49-F238E27FC236}">
                <a16:creationId xmlns:a16="http://schemas.microsoft.com/office/drawing/2014/main" id="{632EEA09-CC06-60B2-CF16-E4A727E4619C}"/>
              </a:ext>
            </a:extLst>
          </p:cNvPr>
          <p:cNvSpPr>
            <a:spLocks noGrp="1"/>
          </p:cNvSpPr>
          <p:nvPr>
            <p:ph type="body" sz="quarter" idx="50" hasCustomPrompt="1"/>
          </p:nvPr>
        </p:nvSpPr>
        <p:spPr>
          <a:xfrm>
            <a:off x="7208245" y="509140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39" name="Text Placeholder 11">
            <a:extLst>
              <a:ext uri="{FF2B5EF4-FFF2-40B4-BE49-F238E27FC236}">
                <a16:creationId xmlns:a16="http://schemas.microsoft.com/office/drawing/2014/main" id="{0B6ED0E5-D44E-590D-8528-2EB821421C47}"/>
              </a:ext>
            </a:extLst>
          </p:cNvPr>
          <p:cNvSpPr>
            <a:spLocks noGrp="1"/>
          </p:cNvSpPr>
          <p:nvPr>
            <p:ph type="body" sz="quarter" idx="51" hasCustomPrompt="1"/>
          </p:nvPr>
        </p:nvSpPr>
        <p:spPr>
          <a:xfrm>
            <a:off x="9327819" y="5091401"/>
            <a:ext cx="1559236" cy="985685"/>
          </a:xfrm>
          <a:prstGeom prst="rect">
            <a:avLst/>
          </a:prstGeom>
        </p:spPr>
        <p:txBody>
          <a:bodyPr lIns="0"/>
          <a:lstStyle>
            <a:lvl1pPr marL="0" indent="0">
              <a:buNone/>
              <a:defRPr sz="1100" b="0" i="0">
                <a:solidFill>
                  <a:schemeClr val="bg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6" name="TextBox 5">
            <a:extLst>
              <a:ext uri="{FF2B5EF4-FFF2-40B4-BE49-F238E27FC236}">
                <a16:creationId xmlns:a16="http://schemas.microsoft.com/office/drawing/2014/main" id="{56879B3A-B4A9-A600-9161-229526681044}"/>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40" name="Straight Connector 39">
            <a:extLst>
              <a:ext uri="{FF2B5EF4-FFF2-40B4-BE49-F238E27FC236}">
                <a16:creationId xmlns:a16="http://schemas.microsoft.com/office/drawing/2014/main" id="{3AA68C88-B9D6-169A-C4A9-B6519E8D8234}"/>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0ECB892D-643F-4569-DD3E-7F4B9CE30E51}"/>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42" name="TextBox 41">
            <a:extLst>
              <a:ext uri="{FF2B5EF4-FFF2-40B4-BE49-F238E27FC236}">
                <a16:creationId xmlns:a16="http://schemas.microsoft.com/office/drawing/2014/main" id="{997A5304-4C3E-1B4C-301B-B8B6C63A12F4}"/>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147556411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37" name="Picture 36" descr="A blue and black background&#10;&#10;AI-generated content may be incorrect.">
            <a:extLst>
              <a:ext uri="{FF2B5EF4-FFF2-40B4-BE49-F238E27FC236}">
                <a16:creationId xmlns:a16="http://schemas.microsoft.com/office/drawing/2014/main" id="{1F7F5483-028F-4F77-A51F-CBD08315719A}"/>
              </a:ext>
            </a:extLst>
          </p:cNvPr>
          <p:cNvPicPr>
            <a:picLocks noGrp="1" noRot="1" noMove="1" noResize="1" noEditPoints="1" noAdjustHandles="1" noChangeArrowheads="1" noChangeShapeType="1" noCrop="1"/>
          </p:cNvPicPr>
          <p:nvPr userDrawn="1"/>
        </p:nvPicPr>
        <p:blipFill>
          <a:blip r:embed="rId2"/>
          <a:stretch>
            <a:fillRect/>
          </a:stretch>
        </p:blipFill>
        <p:spPr>
          <a:xfrm>
            <a:off x="18062" y="5647"/>
            <a:ext cx="12192000" cy="6858000"/>
          </a:xfrm>
          <a:prstGeom prst="rect">
            <a:avLst/>
          </a:prstGeom>
        </p:spPr>
      </p:pic>
      <p:pic>
        <p:nvPicPr>
          <p:cNvPr id="6" name="Picture 5" descr="A white letter e in a black background&#10;&#10;AI-generated content may be incorrect.">
            <a:extLst>
              <a:ext uri="{FF2B5EF4-FFF2-40B4-BE49-F238E27FC236}">
                <a16:creationId xmlns:a16="http://schemas.microsoft.com/office/drawing/2014/main" id="{025015EB-1D4B-6907-6E39-DE48664F7E9E}"/>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7" name="Oval 6">
            <a:extLst>
              <a:ext uri="{FF2B5EF4-FFF2-40B4-BE49-F238E27FC236}">
                <a16:creationId xmlns:a16="http://schemas.microsoft.com/office/drawing/2014/main" id="{2BC7EDBF-4B0B-D197-A0C9-55D44D9FBCFD}"/>
              </a:ext>
            </a:extLst>
          </p:cNvPr>
          <p:cNvSpPr/>
          <p:nvPr userDrawn="1"/>
        </p:nvSpPr>
        <p:spPr>
          <a:xfrm>
            <a:off x="2220293" y="1913169"/>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TextBox 34">
            <a:extLst>
              <a:ext uri="{FF2B5EF4-FFF2-40B4-BE49-F238E27FC236}">
                <a16:creationId xmlns:a16="http://schemas.microsoft.com/office/drawing/2014/main" id="{C2D0014C-7D25-2D98-4622-7A02C6D5BC27}"/>
              </a:ext>
            </a:extLst>
          </p:cNvPr>
          <p:cNvSpPr txBox="1"/>
          <p:nvPr userDrawn="1"/>
        </p:nvSpPr>
        <p:spPr>
          <a:xfrm>
            <a:off x="2220293" y="2043686"/>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01</a:t>
            </a:r>
            <a:endParaRPr lang="en-US" sz="2400" b="1" i="0">
              <a:solidFill>
                <a:schemeClr val="bg1"/>
              </a:solidFill>
              <a:latin typeface="DM Sans SemiBold" pitchFamily="2" charset="77"/>
            </a:endParaRPr>
          </a:p>
        </p:txBody>
      </p:sp>
      <p:sp>
        <p:nvSpPr>
          <p:cNvPr id="36" name="Oval 35">
            <a:extLst>
              <a:ext uri="{FF2B5EF4-FFF2-40B4-BE49-F238E27FC236}">
                <a16:creationId xmlns:a16="http://schemas.microsoft.com/office/drawing/2014/main" id="{60EB74A9-C5FF-1000-4E2C-DA68E2AF4244}"/>
              </a:ext>
            </a:extLst>
          </p:cNvPr>
          <p:cNvSpPr/>
          <p:nvPr userDrawn="1"/>
        </p:nvSpPr>
        <p:spPr>
          <a:xfrm>
            <a:off x="5716122" y="1913169"/>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a:extLst>
              <a:ext uri="{FF2B5EF4-FFF2-40B4-BE49-F238E27FC236}">
                <a16:creationId xmlns:a16="http://schemas.microsoft.com/office/drawing/2014/main" id="{E597D9A8-B5C4-79E4-621E-768FF2B80FC8}"/>
              </a:ext>
            </a:extLst>
          </p:cNvPr>
          <p:cNvSpPr txBox="1"/>
          <p:nvPr userDrawn="1"/>
        </p:nvSpPr>
        <p:spPr>
          <a:xfrm>
            <a:off x="5713835" y="2042335"/>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02</a:t>
            </a:r>
            <a:endParaRPr lang="en-US" sz="2400" b="1" i="0">
              <a:solidFill>
                <a:schemeClr val="bg1"/>
              </a:solidFill>
              <a:latin typeface="DM Sans SemiBold" pitchFamily="2" charset="77"/>
            </a:endParaRPr>
          </a:p>
        </p:txBody>
      </p:sp>
      <p:sp>
        <p:nvSpPr>
          <p:cNvPr id="39" name="Oval 38">
            <a:extLst>
              <a:ext uri="{FF2B5EF4-FFF2-40B4-BE49-F238E27FC236}">
                <a16:creationId xmlns:a16="http://schemas.microsoft.com/office/drawing/2014/main" id="{FB393757-4D76-8C20-493F-B1D4E4D79E46}"/>
              </a:ext>
            </a:extLst>
          </p:cNvPr>
          <p:cNvSpPr/>
          <p:nvPr userDrawn="1"/>
        </p:nvSpPr>
        <p:spPr>
          <a:xfrm>
            <a:off x="9199725" y="1913169"/>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TextBox 39">
            <a:extLst>
              <a:ext uri="{FF2B5EF4-FFF2-40B4-BE49-F238E27FC236}">
                <a16:creationId xmlns:a16="http://schemas.microsoft.com/office/drawing/2014/main" id="{58999F17-ADEF-42DF-2C7F-6C3E8C8912BE}"/>
              </a:ext>
            </a:extLst>
          </p:cNvPr>
          <p:cNvSpPr txBox="1"/>
          <p:nvPr userDrawn="1"/>
        </p:nvSpPr>
        <p:spPr>
          <a:xfrm>
            <a:off x="9197438" y="2042335"/>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03</a:t>
            </a:r>
            <a:endParaRPr lang="en-US" sz="2400" b="1" i="0">
              <a:solidFill>
                <a:schemeClr val="bg1"/>
              </a:solidFill>
              <a:latin typeface="DM Sans SemiBold" pitchFamily="2" charset="77"/>
            </a:endParaRPr>
          </a:p>
        </p:txBody>
      </p:sp>
      <p:sp>
        <p:nvSpPr>
          <p:cNvPr id="41" name="Oval 40">
            <a:extLst>
              <a:ext uri="{FF2B5EF4-FFF2-40B4-BE49-F238E27FC236}">
                <a16:creationId xmlns:a16="http://schemas.microsoft.com/office/drawing/2014/main" id="{3EAA5C80-5C30-97B1-DFCB-B4333F3323A7}"/>
              </a:ext>
            </a:extLst>
          </p:cNvPr>
          <p:cNvSpPr/>
          <p:nvPr userDrawn="1"/>
        </p:nvSpPr>
        <p:spPr>
          <a:xfrm>
            <a:off x="2222580" y="3898380"/>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TextBox 41">
            <a:extLst>
              <a:ext uri="{FF2B5EF4-FFF2-40B4-BE49-F238E27FC236}">
                <a16:creationId xmlns:a16="http://schemas.microsoft.com/office/drawing/2014/main" id="{95721707-3094-3F53-D08B-0ECC148665E1}"/>
              </a:ext>
            </a:extLst>
          </p:cNvPr>
          <p:cNvSpPr txBox="1"/>
          <p:nvPr userDrawn="1"/>
        </p:nvSpPr>
        <p:spPr>
          <a:xfrm>
            <a:off x="2220293" y="4021842"/>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04</a:t>
            </a:r>
            <a:endParaRPr lang="en-US" sz="2400" b="1" i="0">
              <a:solidFill>
                <a:schemeClr val="bg1"/>
              </a:solidFill>
              <a:latin typeface="DM Sans SemiBold" pitchFamily="2" charset="77"/>
            </a:endParaRPr>
          </a:p>
        </p:txBody>
      </p:sp>
      <p:sp>
        <p:nvSpPr>
          <p:cNvPr id="43" name="Oval 42">
            <a:extLst>
              <a:ext uri="{FF2B5EF4-FFF2-40B4-BE49-F238E27FC236}">
                <a16:creationId xmlns:a16="http://schemas.microsoft.com/office/drawing/2014/main" id="{74CC69E6-C1AB-7D47-F423-CBE090F18E3D}"/>
              </a:ext>
            </a:extLst>
          </p:cNvPr>
          <p:cNvSpPr/>
          <p:nvPr userDrawn="1"/>
        </p:nvSpPr>
        <p:spPr>
          <a:xfrm>
            <a:off x="5716122" y="3898380"/>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TextBox 43">
            <a:extLst>
              <a:ext uri="{FF2B5EF4-FFF2-40B4-BE49-F238E27FC236}">
                <a16:creationId xmlns:a16="http://schemas.microsoft.com/office/drawing/2014/main" id="{FF28EF7C-1432-A650-8913-266002E8B295}"/>
              </a:ext>
            </a:extLst>
          </p:cNvPr>
          <p:cNvSpPr txBox="1"/>
          <p:nvPr userDrawn="1"/>
        </p:nvSpPr>
        <p:spPr>
          <a:xfrm>
            <a:off x="5713835" y="4027546"/>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05</a:t>
            </a:r>
            <a:endParaRPr lang="en-US" sz="2400" b="1" i="0">
              <a:solidFill>
                <a:schemeClr val="bg1"/>
              </a:solidFill>
              <a:latin typeface="DM Sans SemiBold" pitchFamily="2" charset="77"/>
            </a:endParaRPr>
          </a:p>
        </p:txBody>
      </p:sp>
      <p:sp>
        <p:nvSpPr>
          <p:cNvPr id="45" name="Oval 44">
            <a:extLst>
              <a:ext uri="{FF2B5EF4-FFF2-40B4-BE49-F238E27FC236}">
                <a16:creationId xmlns:a16="http://schemas.microsoft.com/office/drawing/2014/main" id="{9C232E28-D34E-19E1-6F9C-3B05E1BF2D0E}"/>
              </a:ext>
            </a:extLst>
          </p:cNvPr>
          <p:cNvSpPr/>
          <p:nvPr userDrawn="1"/>
        </p:nvSpPr>
        <p:spPr>
          <a:xfrm>
            <a:off x="9199725" y="3898380"/>
            <a:ext cx="720000" cy="720000"/>
          </a:xfrm>
          <a:prstGeom prst="ellipse">
            <a:avLst/>
          </a:prstGeom>
          <a:solidFill>
            <a:srgbClr val="0D1125">
              <a:alpha val="70113"/>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TextBox 45">
            <a:extLst>
              <a:ext uri="{FF2B5EF4-FFF2-40B4-BE49-F238E27FC236}">
                <a16:creationId xmlns:a16="http://schemas.microsoft.com/office/drawing/2014/main" id="{46E2971C-01E4-EF61-296E-4221960260B4}"/>
              </a:ext>
            </a:extLst>
          </p:cNvPr>
          <p:cNvSpPr txBox="1"/>
          <p:nvPr userDrawn="1"/>
        </p:nvSpPr>
        <p:spPr>
          <a:xfrm>
            <a:off x="9197438" y="4027546"/>
            <a:ext cx="720000" cy="461665"/>
          </a:xfrm>
          <a:prstGeom prst="rect">
            <a:avLst/>
          </a:prstGeom>
          <a:noFill/>
        </p:spPr>
        <p:txBody>
          <a:bodyPr wrap="square" rtlCol="0" anchor="ctr">
            <a:spAutoFit/>
          </a:bodyPr>
          <a:lstStyle/>
          <a:p>
            <a:pPr algn="ctr"/>
            <a:r>
              <a:rPr lang="en-ZA" sz="2400" b="1" i="0">
                <a:solidFill>
                  <a:schemeClr val="bg1"/>
                </a:solidFill>
                <a:effectLst/>
                <a:latin typeface="DM Sans SemiBold" pitchFamily="2" charset="77"/>
              </a:rPr>
              <a:t>06</a:t>
            </a:r>
            <a:endParaRPr lang="en-US" sz="2400" b="1" i="0">
              <a:solidFill>
                <a:schemeClr val="bg1"/>
              </a:solidFill>
              <a:latin typeface="DM Sans SemiBold" pitchFamily="2" charset="77"/>
            </a:endParaRPr>
          </a:p>
        </p:txBody>
      </p:sp>
      <p:sp>
        <p:nvSpPr>
          <p:cNvPr id="47" name="Text Placeholder 40">
            <a:extLst>
              <a:ext uri="{FF2B5EF4-FFF2-40B4-BE49-F238E27FC236}">
                <a16:creationId xmlns:a16="http://schemas.microsoft.com/office/drawing/2014/main" id="{E603DCBB-9480-FDB0-9C78-EC6009B82A2E}"/>
              </a:ext>
            </a:extLst>
          </p:cNvPr>
          <p:cNvSpPr>
            <a:spLocks noGrp="1"/>
          </p:cNvSpPr>
          <p:nvPr>
            <p:ph type="body" sz="quarter" idx="13" hasCustomPrompt="1"/>
          </p:nvPr>
        </p:nvSpPr>
        <p:spPr>
          <a:xfrm>
            <a:off x="1114198" y="3142622"/>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48" name="Text Placeholder 42">
            <a:extLst>
              <a:ext uri="{FF2B5EF4-FFF2-40B4-BE49-F238E27FC236}">
                <a16:creationId xmlns:a16="http://schemas.microsoft.com/office/drawing/2014/main" id="{7A92B57C-FB3F-AA4D-71AD-B50FD45723B9}"/>
              </a:ext>
            </a:extLst>
          </p:cNvPr>
          <p:cNvSpPr>
            <a:spLocks noGrp="1"/>
          </p:cNvSpPr>
          <p:nvPr>
            <p:ph type="body" sz="quarter" idx="14" hasCustomPrompt="1"/>
          </p:nvPr>
        </p:nvSpPr>
        <p:spPr>
          <a:xfrm>
            <a:off x="1756196" y="2767603"/>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49" name="Text Placeholder 40">
            <a:extLst>
              <a:ext uri="{FF2B5EF4-FFF2-40B4-BE49-F238E27FC236}">
                <a16:creationId xmlns:a16="http://schemas.microsoft.com/office/drawing/2014/main" id="{C5B24D67-3438-EFA0-8713-5984FE367053}"/>
              </a:ext>
            </a:extLst>
          </p:cNvPr>
          <p:cNvSpPr>
            <a:spLocks noGrp="1"/>
          </p:cNvSpPr>
          <p:nvPr>
            <p:ph type="body" sz="quarter" idx="15" hasCustomPrompt="1"/>
          </p:nvPr>
        </p:nvSpPr>
        <p:spPr>
          <a:xfrm>
            <a:off x="4626141" y="3142622"/>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0" name="Text Placeholder 42">
            <a:extLst>
              <a:ext uri="{FF2B5EF4-FFF2-40B4-BE49-F238E27FC236}">
                <a16:creationId xmlns:a16="http://schemas.microsoft.com/office/drawing/2014/main" id="{C14936A1-96D7-2734-59B9-EB2787FFFA2B}"/>
              </a:ext>
            </a:extLst>
          </p:cNvPr>
          <p:cNvSpPr>
            <a:spLocks noGrp="1"/>
          </p:cNvSpPr>
          <p:nvPr>
            <p:ph type="body" sz="quarter" idx="16" hasCustomPrompt="1"/>
          </p:nvPr>
        </p:nvSpPr>
        <p:spPr>
          <a:xfrm>
            <a:off x="5268139" y="2767603"/>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51" name="Text Placeholder 40">
            <a:extLst>
              <a:ext uri="{FF2B5EF4-FFF2-40B4-BE49-F238E27FC236}">
                <a16:creationId xmlns:a16="http://schemas.microsoft.com/office/drawing/2014/main" id="{39ED6A5B-4D33-B5E8-DC3A-D3AA938E1C63}"/>
              </a:ext>
            </a:extLst>
          </p:cNvPr>
          <p:cNvSpPr>
            <a:spLocks noGrp="1"/>
          </p:cNvSpPr>
          <p:nvPr>
            <p:ph type="body" sz="quarter" idx="17" hasCustomPrompt="1"/>
          </p:nvPr>
        </p:nvSpPr>
        <p:spPr>
          <a:xfrm>
            <a:off x="8128145" y="3142622"/>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2" name="Text Placeholder 42">
            <a:extLst>
              <a:ext uri="{FF2B5EF4-FFF2-40B4-BE49-F238E27FC236}">
                <a16:creationId xmlns:a16="http://schemas.microsoft.com/office/drawing/2014/main" id="{B3ADB7AD-75E3-1B8E-C3B1-7EAB3B3BCAEC}"/>
              </a:ext>
            </a:extLst>
          </p:cNvPr>
          <p:cNvSpPr>
            <a:spLocks noGrp="1"/>
          </p:cNvSpPr>
          <p:nvPr>
            <p:ph type="body" sz="quarter" idx="18" hasCustomPrompt="1"/>
          </p:nvPr>
        </p:nvSpPr>
        <p:spPr>
          <a:xfrm>
            <a:off x="8770143" y="2767603"/>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53" name="Text Placeholder 40">
            <a:extLst>
              <a:ext uri="{FF2B5EF4-FFF2-40B4-BE49-F238E27FC236}">
                <a16:creationId xmlns:a16="http://schemas.microsoft.com/office/drawing/2014/main" id="{E14423A4-26AB-380D-1F0E-A9A588E398A0}"/>
              </a:ext>
            </a:extLst>
          </p:cNvPr>
          <p:cNvSpPr>
            <a:spLocks noGrp="1"/>
          </p:cNvSpPr>
          <p:nvPr>
            <p:ph type="body" sz="quarter" idx="19" hasCustomPrompt="1"/>
          </p:nvPr>
        </p:nvSpPr>
        <p:spPr>
          <a:xfrm>
            <a:off x="8128145" y="5128539"/>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4" name="Text Placeholder 42">
            <a:extLst>
              <a:ext uri="{FF2B5EF4-FFF2-40B4-BE49-F238E27FC236}">
                <a16:creationId xmlns:a16="http://schemas.microsoft.com/office/drawing/2014/main" id="{75E47FCB-62C8-03B2-9DF6-86A76BA72DF9}"/>
              </a:ext>
            </a:extLst>
          </p:cNvPr>
          <p:cNvSpPr>
            <a:spLocks noGrp="1"/>
          </p:cNvSpPr>
          <p:nvPr>
            <p:ph type="body" sz="quarter" idx="20" hasCustomPrompt="1"/>
          </p:nvPr>
        </p:nvSpPr>
        <p:spPr>
          <a:xfrm>
            <a:off x="8770143" y="4766220"/>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55" name="Text Placeholder 40">
            <a:extLst>
              <a:ext uri="{FF2B5EF4-FFF2-40B4-BE49-F238E27FC236}">
                <a16:creationId xmlns:a16="http://schemas.microsoft.com/office/drawing/2014/main" id="{5EA573F9-ACC0-A58B-6E10-319B01EB6079}"/>
              </a:ext>
            </a:extLst>
          </p:cNvPr>
          <p:cNvSpPr>
            <a:spLocks noGrp="1"/>
          </p:cNvSpPr>
          <p:nvPr>
            <p:ph type="body" sz="quarter" idx="21" hasCustomPrompt="1"/>
          </p:nvPr>
        </p:nvSpPr>
        <p:spPr>
          <a:xfrm>
            <a:off x="1114198" y="5128539"/>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6" name="Text Placeholder 42">
            <a:extLst>
              <a:ext uri="{FF2B5EF4-FFF2-40B4-BE49-F238E27FC236}">
                <a16:creationId xmlns:a16="http://schemas.microsoft.com/office/drawing/2014/main" id="{D9700ABF-D183-57F0-313F-F226FBB3EB99}"/>
              </a:ext>
            </a:extLst>
          </p:cNvPr>
          <p:cNvSpPr>
            <a:spLocks noGrp="1"/>
          </p:cNvSpPr>
          <p:nvPr>
            <p:ph type="body" sz="quarter" idx="22" hasCustomPrompt="1"/>
          </p:nvPr>
        </p:nvSpPr>
        <p:spPr>
          <a:xfrm>
            <a:off x="1756196" y="4766220"/>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57" name="Text Placeholder 40">
            <a:extLst>
              <a:ext uri="{FF2B5EF4-FFF2-40B4-BE49-F238E27FC236}">
                <a16:creationId xmlns:a16="http://schemas.microsoft.com/office/drawing/2014/main" id="{B30C2BEA-80F7-E8F4-F9C1-E0CF7F0203D5}"/>
              </a:ext>
            </a:extLst>
          </p:cNvPr>
          <p:cNvSpPr>
            <a:spLocks noGrp="1"/>
          </p:cNvSpPr>
          <p:nvPr>
            <p:ph type="body" sz="quarter" idx="23" hasCustomPrompt="1"/>
          </p:nvPr>
        </p:nvSpPr>
        <p:spPr>
          <a:xfrm>
            <a:off x="4626141" y="5128539"/>
            <a:ext cx="2936486" cy="505650"/>
          </a:xfrm>
          <a:prstGeom prst="rect">
            <a:avLst/>
          </a:prstGeom>
        </p:spPr>
        <p:txBody>
          <a:bodyPr/>
          <a:lstStyle>
            <a:lvl1pPr marL="0" indent="0" algn="ctr">
              <a:lnSpc>
                <a:spcPct val="100000"/>
              </a:lnSpc>
              <a:buNone/>
              <a:defRPr sz="1050" b="0" i="0">
                <a:solidFill>
                  <a:schemeClr val="bg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8" name="Text Placeholder 42">
            <a:extLst>
              <a:ext uri="{FF2B5EF4-FFF2-40B4-BE49-F238E27FC236}">
                <a16:creationId xmlns:a16="http://schemas.microsoft.com/office/drawing/2014/main" id="{3CBB255B-486F-10DD-98A5-4B23E8762B14}"/>
              </a:ext>
            </a:extLst>
          </p:cNvPr>
          <p:cNvSpPr>
            <a:spLocks noGrp="1"/>
          </p:cNvSpPr>
          <p:nvPr>
            <p:ph type="body" sz="quarter" idx="24" hasCustomPrompt="1"/>
          </p:nvPr>
        </p:nvSpPr>
        <p:spPr>
          <a:xfrm>
            <a:off x="5268139" y="4766220"/>
            <a:ext cx="1652490" cy="334962"/>
          </a:xfrm>
          <a:prstGeom prst="rect">
            <a:avLst/>
          </a:prstGeom>
        </p:spPr>
        <p:txBody>
          <a:bodyPr/>
          <a:lstStyle>
            <a:lvl1pPr marL="0" indent="0" algn="ctr">
              <a:buNone/>
              <a:defRPr sz="1800" b="1" i="0">
                <a:solidFill>
                  <a:schemeClr val="bg1"/>
                </a:solidFill>
                <a:latin typeface="DM Sans SemiBold" pitchFamily="2" charset="77"/>
              </a:defRPr>
            </a:lvl1pPr>
          </a:lstStyle>
          <a:p>
            <a:pPr lvl="0"/>
            <a:r>
              <a:rPr lang="en-GB"/>
              <a:t>Lorem </a:t>
            </a:r>
            <a:r>
              <a:rPr lang="en-GB" err="1"/>
              <a:t>ipsem</a:t>
            </a:r>
            <a:endParaRPr lang="en-GB"/>
          </a:p>
        </p:txBody>
      </p:sp>
      <p:sp>
        <p:nvSpPr>
          <p:cNvPr id="59" name="Text Placeholder 11">
            <a:extLst>
              <a:ext uri="{FF2B5EF4-FFF2-40B4-BE49-F238E27FC236}">
                <a16:creationId xmlns:a16="http://schemas.microsoft.com/office/drawing/2014/main" id="{D29CEC25-930F-0379-5704-7079AFA2775C}"/>
              </a:ext>
            </a:extLst>
          </p:cNvPr>
          <p:cNvSpPr>
            <a:spLocks noGrp="1"/>
          </p:cNvSpPr>
          <p:nvPr>
            <p:ph type="body" sz="quarter" idx="34" hasCustomPrompt="1"/>
          </p:nvPr>
        </p:nvSpPr>
        <p:spPr>
          <a:xfrm>
            <a:off x="331536" y="842300"/>
            <a:ext cx="7055852"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8" name="TextBox 7">
            <a:extLst>
              <a:ext uri="{FF2B5EF4-FFF2-40B4-BE49-F238E27FC236}">
                <a16:creationId xmlns:a16="http://schemas.microsoft.com/office/drawing/2014/main" id="{B4C83AAE-A8B2-F18A-9060-034931DA4C79}"/>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9" name="Straight Connector 8">
            <a:extLst>
              <a:ext uri="{FF2B5EF4-FFF2-40B4-BE49-F238E27FC236}">
                <a16:creationId xmlns:a16="http://schemas.microsoft.com/office/drawing/2014/main" id="{FB558C01-E64A-BBF6-A743-648845298C85}"/>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030D6FF8-F901-1AB0-A638-3204AFC27F2C}"/>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1" name="TextBox 10">
            <a:extLst>
              <a:ext uri="{FF2B5EF4-FFF2-40B4-BE49-F238E27FC236}">
                <a16:creationId xmlns:a16="http://schemas.microsoft.com/office/drawing/2014/main" id="{837FBE99-9100-29D2-B82A-D22D18C82467}"/>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247318371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2" name="Picture 1" descr="A blue background with a wave&#10;&#10;AI-generated content may be incorrect.">
            <a:extLst>
              <a:ext uri="{FF2B5EF4-FFF2-40B4-BE49-F238E27FC236}">
                <a16:creationId xmlns:a16="http://schemas.microsoft.com/office/drawing/2014/main" id="{4A301395-598D-BB09-FE4B-625B888C3211}"/>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pic>
        <p:nvPicPr>
          <p:cNvPr id="16" name="Picture 15" descr="A white letter e in a black background&#10;&#10;AI-generated content may be incorrect.">
            <a:extLst>
              <a:ext uri="{FF2B5EF4-FFF2-40B4-BE49-F238E27FC236}">
                <a16:creationId xmlns:a16="http://schemas.microsoft.com/office/drawing/2014/main" id="{2314A511-9D35-29B6-9DFC-DA0148CB7144}"/>
              </a:ext>
            </a:extLst>
          </p:cNvPr>
          <p:cNvPicPr>
            <a:picLocks noChangeAspect="1"/>
          </p:cNvPicPr>
          <p:nvPr userDrawn="1"/>
        </p:nvPicPr>
        <p:blipFill>
          <a:blip r:embed="rId3"/>
          <a:stretch>
            <a:fillRect/>
          </a:stretch>
        </p:blipFill>
        <p:spPr>
          <a:xfrm>
            <a:off x="11546645" y="6170713"/>
            <a:ext cx="340555" cy="382487"/>
          </a:xfrm>
          <a:prstGeom prst="rect">
            <a:avLst/>
          </a:prstGeom>
        </p:spPr>
      </p:pic>
      <p:cxnSp>
        <p:nvCxnSpPr>
          <p:cNvPr id="5" name="Straight Connector 4">
            <a:extLst>
              <a:ext uri="{FF2B5EF4-FFF2-40B4-BE49-F238E27FC236}">
                <a16:creationId xmlns:a16="http://schemas.microsoft.com/office/drawing/2014/main" id="{8312E8DD-716E-65EA-5CC2-2E05A6F90D1D}"/>
              </a:ext>
            </a:extLst>
          </p:cNvPr>
          <p:cNvCxnSpPr>
            <a:cxnSpLocks/>
          </p:cNvCxnSpPr>
          <p:nvPr userDrawn="1"/>
        </p:nvCxnSpPr>
        <p:spPr>
          <a:xfrm>
            <a:off x="305905" y="1590567"/>
            <a:ext cx="1016816" cy="0"/>
          </a:xfrm>
          <a:prstGeom prst="line">
            <a:avLst/>
          </a:prstGeom>
          <a:ln w="28575">
            <a:solidFill>
              <a:srgbClr val="A1BF24"/>
            </a:solidFill>
          </a:ln>
        </p:spPr>
        <p:style>
          <a:lnRef idx="1">
            <a:schemeClr val="accent6"/>
          </a:lnRef>
          <a:fillRef idx="0">
            <a:schemeClr val="accent6"/>
          </a:fillRef>
          <a:effectRef idx="0">
            <a:schemeClr val="accent6"/>
          </a:effectRef>
          <a:fontRef idx="minor">
            <a:schemeClr val="tx1"/>
          </a:fontRef>
        </p:style>
      </p:cxnSp>
      <p:sp>
        <p:nvSpPr>
          <p:cNvPr id="6" name="Text Placeholder 11">
            <a:extLst>
              <a:ext uri="{FF2B5EF4-FFF2-40B4-BE49-F238E27FC236}">
                <a16:creationId xmlns:a16="http://schemas.microsoft.com/office/drawing/2014/main" id="{B48B2F40-1DAF-2744-B8BD-01EB3ED6A6E2}"/>
              </a:ext>
            </a:extLst>
          </p:cNvPr>
          <p:cNvSpPr>
            <a:spLocks noGrp="1"/>
          </p:cNvSpPr>
          <p:nvPr>
            <p:ph type="body" sz="quarter" idx="12" hasCustomPrompt="1"/>
          </p:nvPr>
        </p:nvSpPr>
        <p:spPr>
          <a:xfrm>
            <a:off x="315633" y="1807180"/>
            <a:ext cx="4629346" cy="1019884"/>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br>
              <a:rPr lang="en-GB"/>
            </a:br>
            <a:br>
              <a:rPr lang="en-GB"/>
            </a:b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esse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a:t>
            </a:r>
          </a:p>
        </p:txBody>
      </p:sp>
      <p:sp>
        <p:nvSpPr>
          <p:cNvPr id="7" name="Text Placeholder 11">
            <a:extLst>
              <a:ext uri="{FF2B5EF4-FFF2-40B4-BE49-F238E27FC236}">
                <a16:creationId xmlns:a16="http://schemas.microsoft.com/office/drawing/2014/main" id="{A0F071A4-BB5A-5D25-1990-E8F8F22F3A0B}"/>
              </a:ext>
            </a:extLst>
          </p:cNvPr>
          <p:cNvSpPr>
            <a:spLocks noGrp="1"/>
          </p:cNvSpPr>
          <p:nvPr>
            <p:ph type="body" sz="quarter" idx="34" hasCustomPrompt="1"/>
          </p:nvPr>
        </p:nvSpPr>
        <p:spPr>
          <a:xfrm>
            <a:off x="331535" y="842300"/>
            <a:ext cx="6598653"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8" name="TextBox 7">
            <a:extLst>
              <a:ext uri="{FF2B5EF4-FFF2-40B4-BE49-F238E27FC236}">
                <a16:creationId xmlns:a16="http://schemas.microsoft.com/office/drawing/2014/main" id="{492A0190-E8FC-3B65-BD93-5D6A79AA5D59}"/>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0" name="Straight Connector 9">
            <a:extLst>
              <a:ext uri="{FF2B5EF4-FFF2-40B4-BE49-F238E27FC236}">
                <a16:creationId xmlns:a16="http://schemas.microsoft.com/office/drawing/2014/main" id="{66C64451-6478-C4FC-0B33-FEBFCD436D42}"/>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6DF6590C-467A-64FA-9ADD-437B327A226C}"/>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3" name="TextBox 12">
            <a:extLst>
              <a:ext uri="{FF2B5EF4-FFF2-40B4-BE49-F238E27FC236}">
                <a16:creationId xmlns:a16="http://schemas.microsoft.com/office/drawing/2014/main" id="{97C227C5-C95E-5DC2-7488-AC4E086251C5}"/>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158293433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2" name="Picture 1" descr="A blue and white background&#10;&#10;AI-generated content may be incorrect.">
            <a:extLst>
              <a:ext uri="{FF2B5EF4-FFF2-40B4-BE49-F238E27FC236}">
                <a16:creationId xmlns:a16="http://schemas.microsoft.com/office/drawing/2014/main" id="{88232480-946B-D446-E590-365C66578EA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58000"/>
          </a:xfrm>
          <a:prstGeom prst="rect">
            <a:avLst/>
          </a:prstGeom>
        </p:spPr>
      </p:pic>
      <p:sp>
        <p:nvSpPr>
          <p:cNvPr id="18" name="Rounded Rectangle 17">
            <a:extLst>
              <a:ext uri="{FF2B5EF4-FFF2-40B4-BE49-F238E27FC236}">
                <a16:creationId xmlns:a16="http://schemas.microsoft.com/office/drawing/2014/main" id="{347D2A5D-1C35-229A-64C3-CD952DDCC310}"/>
              </a:ext>
            </a:extLst>
          </p:cNvPr>
          <p:cNvSpPr/>
          <p:nvPr userDrawn="1"/>
        </p:nvSpPr>
        <p:spPr>
          <a:xfrm>
            <a:off x="8128000" y="745083"/>
            <a:ext cx="4170218" cy="1453494"/>
          </a:xfrm>
          <a:prstGeom prst="roundRect">
            <a:avLst>
              <a:gd name="adj" fmla="val 7135"/>
            </a:avLst>
          </a:pr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Rounded Rectangle 18">
            <a:extLst>
              <a:ext uri="{FF2B5EF4-FFF2-40B4-BE49-F238E27FC236}">
                <a16:creationId xmlns:a16="http://schemas.microsoft.com/office/drawing/2014/main" id="{0A1ADBCF-E803-65F3-7E6F-2F4F4D59730C}"/>
              </a:ext>
            </a:extLst>
          </p:cNvPr>
          <p:cNvSpPr/>
          <p:nvPr userDrawn="1"/>
        </p:nvSpPr>
        <p:spPr>
          <a:xfrm>
            <a:off x="8128000" y="2485952"/>
            <a:ext cx="4170218" cy="1453494"/>
          </a:xfrm>
          <a:prstGeom prst="roundRect">
            <a:avLst>
              <a:gd name="adj" fmla="val 7135"/>
            </a:avLst>
          </a:pr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Rounded Rectangle 19">
            <a:extLst>
              <a:ext uri="{FF2B5EF4-FFF2-40B4-BE49-F238E27FC236}">
                <a16:creationId xmlns:a16="http://schemas.microsoft.com/office/drawing/2014/main" id="{1AC0BAC6-B28A-4BB5-2E88-C45DE0742EA0}"/>
              </a:ext>
            </a:extLst>
          </p:cNvPr>
          <p:cNvSpPr/>
          <p:nvPr userDrawn="1"/>
        </p:nvSpPr>
        <p:spPr>
          <a:xfrm>
            <a:off x="8128000" y="4201204"/>
            <a:ext cx="4170218" cy="1453494"/>
          </a:xfrm>
          <a:prstGeom prst="roundRect">
            <a:avLst>
              <a:gd name="adj" fmla="val 7135"/>
            </a:avLst>
          </a:prstGeom>
          <a:noFill/>
          <a:ln w="635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Text Placeholder 11">
            <a:extLst>
              <a:ext uri="{FF2B5EF4-FFF2-40B4-BE49-F238E27FC236}">
                <a16:creationId xmlns:a16="http://schemas.microsoft.com/office/drawing/2014/main" id="{ABB2D16D-6F14-9FC4-301E-CB6DAD3350F4}"/>
              </a:ext>
            </a:extLst>
          </p:cNvPr>
          <p:cNvSpPr>
            <a:spLocks noGrp="1"/>
          </p:cNvSpPr>
          <p:nvPr>
            <p:ph type="body" sz="quarter" idx="11" hasCustomPrompt="1"/>
          </p:nvPr>
        </p:nvSpPr>
        <p:spPr>
          <a:xfrm>
            <a:off x="321316" y="1175104"/>
            <a:ext cx="2764783" cy="1105517"/>
          </a:xfrm>
          <a:prstGeom prst="rect">
            <a:avLst/>
          </a:prstGeom>
        </p:spPr>
        <p:txBody>
          <a:bodyPr lIns="0"/>
          <a:lstStyle>
            <a:lvl1pPr marL="0" indent="0">
              <a:buNone/>
              <a:defRPr sz="36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24" name="Text Placeholder 42">
            <a:extLst>
              <a:ext uri="{FF2B5EF4-FFF2-40B4-BE49-F238E27FC236}">
                <a16:creationId xmlns:a16="http://schemas.microsoft.com/office/drawing/2014/main" id="{837D4A84-D913-34DD-CED3-32D85BB5B510}"/>
              </a:ext>
            </a:extLst>
          </p:cNvPr>
          <p:cNvSpPr>
            <a:spLocks noGrp="1"/>
          </p:cNvSpPr>
          <p:nvPr>
            <p:ph type="body" sz="quarter" idx="14" hasCustomPrompt="1"/>
          </p:nvPr>
        </p:nvSpPr>
        <p:spPr>
          <a:xfrm>
            <a:off x="8293982" y="979754"/>
            <a:ext cx="2226891" cy="334962"/>
          </a:xfrm>
          <a:prstGeom prst="rect">
            <a:avLst/>
          </a:prstGeom>
        </p:spPr>
        <p:txBody>
          <a:bodyPr/>
          <a:lstStyle>
            <a:lvl1pPr marL="0" indent="0">
              <a:buNone/>
              <a:defRPr sz="2000" b="0" i="0">
                <a:solidFill>
                  <a:schemeClr val="bg1"/>
                </a:solidFill>
                <a:latin typeface="DM Sans" pitchFamily="2" charset="77"/>
              </a:defRPr>
            </a:lvl1pPr>
          </a:lstStyle>
          <a:p>
            <a:pPr lvl="0"/>
            <a:r>
              <a:rPr lang="en-GB"/>
              <a:t>Lorem </a:t>
            </a:r>
            <a:r>
              <a:rPr lang="en-GB" err="1"/>
              <a:t>ipsem</a:t>
            </a:r>
            <a:endParaRPr lang="en-GB"/>
          </a:p>
        </p:txBody>
      </p:sp>
      <p:sp>
        <p:nvSpPr>
          <p:cNvPr id="26" name="Text Placeholder 42">
            <a:extLst>
              <a:ext uri="{FF2B5EF4-FFF2-40B4-BE49-F238E27FC236}">
                <a16:creationId xmlns:a16="http://schemas.microsoft.com/office/drawing/2014/main" id="{EC616435-371D-2C47-975C-880157A0685F}"/>
              </a:ext>
            </a:extLst>
          </p:cNvPr>
          <p:cNvSpPr>
            <a:spLocks noGrp="1"/>
          </p:cNvSpPr>
          <p:nvPr>
            <p:ph type="body" sz="quarter" idx="16" hasCustomPrompt="1"/>
          </p:nvPr>
        </p:nvSpPr>
        <p:spPr>
          <a:xfrm>
            <a:off x="8293982" y="2717666"/>
            <a:ext cx="2226891" cy="334962"/>
          </a:xfrm>
          <a:prstGeom prst="rect">
            <a:avLst/>
          </a:prstGeom>
        </p:spPr>
        <p:txBody>
          <a:bodyPr/>
          <a:lstStyle>
            <a:lvl1pPr marL="0" indent="0">
              <a:buNone/>
              <a:defRPr sz="2000" b="0" i="0">
                <a:solidFill>
                  <a:schemeClr val="bg1"/>
                </a:solidFill>
                <a:latin typeface="DM Sans" pitchFamily="2" charset="77"/>
              </a:defRPr>
            </a:lvl1pPr>
          </a:lstStyle>
          <a:p>
            <a:pPr lvl="0"/>
            <a:r>
              <a:rPr lang="en-GB"/>
              <a:t>Lorem </a:t>
            </a:r>
            <a:r>
              <a:rPr lang="en-GB" err="1"/>
              <a:t>ipsem</a:t>
            </a:r>
            <a:endParaRPr lang="en-GB"/>
          </a:p>
        </p:txBody>
      </p:sp>
      <p:sp>
        <p:nvSpPr>
          <p:cNvPr id="28" name="Text Placeholder 42">
            <a:extLst>
              <a:ext uri="{FF2B5EF4-FFF2-40B4-BE49-F238E27FC236}">
                <a16:creationId xmlns:a16="http://schemas.microsoft.com/office/drawing/2014/main" id="{D294914A-7A07-5FF5-1486-4B21EB596783}"/>
              </a:ext>
            </a:extLst>
          </p:cNvPr>
          <p:cNvSpPr>
            <a:spLocks noGrp="1"/>
          </p:cNvSpPr>
          <p:nvPr>
            <p:ph type="body" sz="quarter" idx="18" hasCustomPrompt="1"/>
          </p:nvPr>
        </p:nvSpPr>
        <p:spPr>
          <a:xfrm>
            <a:off x="8293982" y="4445690"/>
            <a:ext cx="2226891" cy="334962"/>
          </a:xfrm>
          <a:prstGeom prst="rect">
            <a:avLst/>
          </a:prstGeom>
        </p:spPr>
        <p:txBody>
          <a:bodyPr/>
          <a:lstStyle>
            <a:lvl1pPr marL="0" indent="0">
              <a:buNone/>
              <a:defRPr sz="2000" b="0" i="0">
                <a:solidFill>
                  <a:schemeClr val="bg1"/>
                </a:solidFill>
                <a:latin typeface="DM Sans" pitchFamily="2" charset="77"/>
              </a:defRPr>
            </a:lvl1pPr>
          </a:lstStyle>
          <a:p>
            <a:pPr lvl="0"/>
            <a:r>
              <a:rPr lang="en-GB"/>
              <a:t>Lorem </a:t>
            </a:r>
            <a:r>
              <a:rPr lang="en-GB" err="1"/>
              <a:t>ipsem</a:t>
            </a:r>
            <a:endParaRPr lang="en-GB"/>
          </a:p>
        </p:txBody>
      </p:sp>
      <p:pic>
        <p:nvPicPr>
          <p:cNvPr id="13" name="Picture 12" descr="A white letter e in a black background&#10;&#10;AI-generated content may be incorrect.">
            <a:extLst>
              <a:ext uri="{FF2B5EF4-FFF2-40B4-BE49-F238E27FC236}">
                <a16:creationId xmlns:a16="http://schemas.microsoft.com/office/drawing/2014/main" id="{558DE947-931E-6CD9-2577-0EA0F5636E3B}"/>
              </a:ext>
            </a:extLst>
          </p:cNvPr>
          <p:cNvPicPr>
            <a:picLocks noChangeAspect="1"/>
          </p:cNvPicPr>
          <p:nvPr userDrawn="1"/>
        </p:nvPicPr>
        <p:blipFill>
          <a:blip r:embed="rId3"/>
          <a:stretch>
            <a:fillRect/>
          </a:stretch>
        </p:blipFill>
        <p:spPr>
          <a:xfrm>
            <a:off x="11546645" y="6170713"/>
            <a:ext cx="340555" cy="382487"/>
          </a:xfrm>
          <a:prstGeom prst="rect">
            <a:avLst/>
          </a:prstGeom>
        </p:spPr>
      </p:pic>
      <p:sp>
        <p:nvSpPr>
          <p:cNvPr id="8" name="TextBox 7">
            <a:extLst>
              <a:ext uri="{FF2B5EF4-FFF2-40B4-BE49-F238E27FC236}">
                <a16:creationId xmlns:a16="http://schemas.microsoft.com/office/drawing/2014/main" id="{4FF0DB80-7D11-74A7-6401-76CCED1DF903}"/>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14" name="Straight Connector 13">
            <a:extLst>
              <a:ext uri="{FF2B5EF4-FFF2-40B4-BE49-F238E27FC236}">
                <a16:creationId xmlns:a16="http://schemas.microsoft.com/office/drawing/2014/main" id="{77B2DB45-0EBF-1396-C561-9B0128462138}"/>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7E80FA7C-A154-9025-3544-3EEB364EF862}"/>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6" name="TextBox 15">
            <a:extLst>
              <a:ext uri="{FF2B5EF4-FFF2-40B4-BE49-F238E27FC236}">
                <a16:creationId xmlns:a16="http://schemas.microsoft.com/office/drawing/2014/main" id="{21E880D1-F4A6-9363-59D9-96D51D7CBE97}"/>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
        <p:nvSpPr>
          <p:cNvPr id="3" name="Text Placeholder 11">
            <a:extLst>
              <a:ext uri="{FF2B5EF4-FFF2-40B4-BE49-F238E27FC236}">
                <a16:creationId xmlns:a16="http://schemas.microsoft.com/office/drawing/2014/main" id="{CFA89FE9-989A-70FB-D45B-B0B92BB849E2}"/>
              </a:ext>
            </a:extLst>
          </p:cNvPr>
          <p:cNvSpPr>
            <a:spLocks noGrp="1"/>
          </p:cNvSpPr>
          <p:nvPr>
            <p:ph type="body" sz="quarter" idx="12" hasCustomPrompt="1"/>
          </p:nvPr>
        </p:nvSpPr>
        <p:spPr>
          <a:xfrm>
            <a:off x="315633" y="2485952"/>
            <a:ext cx="2922867" cy="1019884"/>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br>
              <a:rPr lang="en-GB"/>
            </a:br>
            <a:br>
              <a:rPr lang="en-GB"/>
            </a:b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esse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a:t>
            </a:r>
          </a:p>
        </p:txBody>
      </p:sp>
      <p:sp>
        <p:nvSpPr>
          <p:cNvPr id="4" name="Text Placeholder 11">
            <a:extLst>
              <a:ext uri="{FF2B5EF4-FFF2-40B4-BE49-F238E27FC236}">
                <a16:creationId xmlns:a16="http://schemas.microsoft.com/office/drawing/2014/main" id="{FBE328E4-052D-9CE8-6E95-34F428413E32}"/>
              </a:ext>
            </a:extLst>
          </p:cNvPr>
          <p:cNvSpPr>
            <a:spLocks noGrp="1"/>
          </p:cNvSpPr>
          <p:nvPr>
            <p:ph type="body" sz="quarter" idx="22" hasCustomPrompt="1"/>
          </p:nvPr>
        </p:nvSpPr>
        <p:spPr>
          <a:xfrm>
            <a:off x="8293896" y="1420425"/>
            <a:ext cx="3537872" cy="639374"/>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p>
        </p:txBody>
      </p:sp>
      <p:sp>
        <p:nvSpPr>
          <p:cNvPr id="9" name="Text Placeholder 11">
            <a:extLst>
              <a:ext uri="{FF2B5EF4-FFF2-40B4-BE49-F238E27FC236}">
                <a16:creationId xmlns:a16="http://schemas.microsoft.com/office/drawing/2014/main" id="{76C6B576-7290-F2BD-D047-C2B4AF7709FD}"/>
              </a:ext>
            </a:extLst>
          </p:cNvPr>
          <p:cNvSpPr>
            <a:spLocks noGrp="1"/>
          </p:cNvSpPr>
          <p:nvPr>
            <p:ph type="body" sz="quarter" idx="23" hasCustomPrompt="1"/>
          </p:nvPr>
        </p:nvSpPr>
        <p:spPr>
          <a:xfrm>
            <a:off x="8293896" y="3152407"/>
            <a:ext cx="3537872" cy="639374"/>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p>
        </p:txBody>
      </p:sp>
      <p:sp>
        <p:nvSpPr>
          <p:cNvPr id="10" name="Text Placeholder 11">
            <a:extLst>
              <a:ext uri="{FF2B5EF4-FFF2-40B4-BE49-F238E27FC236}">
                <a16:creationId xmlns:a16="http://schemas.microsoft.com/office/drawing/2014/main" id="{F5329BBB-C141-496B-EB1E-A9B115F1E381}"/>
              </a:ext>
            </a:extLst>
          </p:cNvPr>
          <p:cNvSpPr>
            <a:spLocks noGrp="1"/>
          </p:cNvSpPr>
          <p:nvPr>
            <p:ph type="body" sz="quarter" idx="24" hasCustomPrompt="1"/>
          </p:nvPr>
        </p:nvSpPr>
        <p:spPr>
          <a:xfrm>
            <a:off x="8293896" y="4873629"/>
            <a:ext cx="3537872" cy="639374"/>
          </a:xfrm>
          <a:prstGeom prst="rect">
            <a:avLst/>
          </a:prstGeom>
        </p:spPr>
        <p:txBody>
          <a:bodyPr lIns="0"/>
          <a:lstStyle>
            <a:lvl1pPr marL="0" indent="0">
              <a:lnSpc>
                <a:spcPct val="100000"/>
              </a:lnSpc>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p>
        </p:txBody>
      </p:sp>
    </p:spTree>
    <p:extLst>
      <p:ext uri="{BB962C8B-B14F-4D97-AF65-F5344CB8AC3E}">
        <p14:creationId xmlns:p14="http://schemas.microsoft.com/office/powerpoint/2010/main" val="332511550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0_Title Slide">
    <p:spTree>
      <p:nvGrpSpPr>
        <p:cNvPr id="1" name=""/>
        <p:cNvGrpSpPr/>
        <p:nvPr/>
      </p:nvGrpSpPr>
      <p:grpSpPr>
        <a:xfrm>
          <a:off x="0" y="0"/>
          <a:ext cx="0" cy="0"/>
          <a:chOff x="0" y="0"/>
          <a:chExt cx="0" cy="0"/>
        </a:xfrm>
      </p:grpSpPr>
      <p:pic>
        <p:nvPicPr>
          <p:cNvPr id="2" name="Picture 1" descr="A blue and black background&#10;&#10;AI-generated content may be incorrect.">
            <a:extLst>
              <a:ext uri="{FF2B5EF4-FFF2-40B4-BE49-F238E27FC236}">
                <a16:creationId xmlns:a16="http://schemas.microsoft.com/office/drawing/2014/main" id="{2544D4C1-FAE0-63ED-7AF2-F4E6DBA8D546}"/>
              </a:ext>
            </a:extLst>
          </p:cNvPr>
          <p:cNvPicPr>
            <a:picLocks noGrp="1" noRot="1" noChangeAspect="1" noMove="1" noResize="1" noEditPoints="1" noAdjustHandles="1" noChangeArrowheads="1" noChangeShapeType="1" noCrop="1"/>
          </p:cNvPicPr>
          <p:nvPr userDrawn="1"/>
        </p:nvPicPr>
        <p:blipFill>
          <a:blip r:embed="rId2">
            <a:extLst>
              <a:ext uri="{BEBA8EAE-BF5A-486C-A8C5-ECC9F3942E4B}">
                <a14:imgProps xmlns:a14="http://schemas.microsoft.com/office/drawing/2010/main">
                  <a14:imgLayer r:embed="rId3">
                    <a14:imgEffect>
                      <a14:saturation sat="93000"/>
                    </a14:imgEffect>
                    <a14:imgEffect>
                      <a14:brightnessContrast bright="20000" contrast="10000"/>
                    </a14:imgEffect>
                  </a14:imgLayer>
                </a14:imgProps>
              </a:ext>
            </a:extLst>
          </a:blip>
          <a:stretch>
            <a:fillRect/>
          </a:stretch>
        </p:blipFill>
        <p:spPr>
          <a:xfrm>
            <a:off x="0" y="0"/>
            <a:ext cx="12192000" cy="6858000"/>
          </a:xfrm>
          <a:prstGeom prst="rect">
            <a:avLst/>
          </a:prstGeom>
        </p:spPr>
      </p:pic>
      <p:pic>
        <p:nvPicPr>
          <p:cNvPr id="15" name="Picture 14" descr="A white letter e in a black background&#10;&#10;AI-generated content may be incorrect.">
            <a:extLst>
              <a:ext uri="{FF2B5EF4-FFF2-40B4-BE49-F238E27FC236}">
                <a16:creationId xmlns:a16="http://schemas.microsoft.com/office/drawing/2014/main" id="{9D0F8399-62B0-A621-5D51-9154F9F347F6}"/>
              </a:ext>
            </a:extLst>
          </p:cNvPr>
          <p:cNvPicPr>
            <a:picLocks noChangeAspect="1"/>
          </p:cNvPicPr>
          <p:nvPr userDrawn="1"/>
        </p:nvPicPr>
        <p:blipFill>
          <a:blip r:embed="rId4"/>
          <a:stretch>
            <a:fillRect/>
          </a:stretch>
        </p:blipFill>
        <p:spPr>
          <a:xfrm>
            <a:off x="11546645" y="6170713"/>
            <a:ext cx="340555" cy="382487"/>
          </a:xfrm>
          <a:prstGeom prst="rect">
            <a:avLst/>
          </a:prstGeom>
        </p:spPr>
      </p:pic>
      <p:sp>
        <p:nvSpPr>
          <p:cNvPr id="5" name="Text Placeholder 11">
            <a:extLst>
              <a:ext uri="{FF2B5EF4-FFF2-40B4-BE49-F238E27FC236}">
                <a16:creationId xmlns:a16="http://schemas.microsoft.com/office/drawing/2014/main" id="{BFE554AF-81AA-F9E6-7E51-DF9DEE4BCD51}"/>
              </a:ext>
            </a:extLst>
          </p:cNvPr>
          <p:cNvSpPr>
            <a:spLocks noGrp="1"/>
          </p:cNvSpPr>
          <p:nvPr>
            <p:ph type="body" sz="quarter" idx="33" hasCustomPrompt="1"/>
          </p:nvPr>
        </p:nvSpPr>
        <p:spPr>
          <a:xfrm>
            <a:off x="344631" y="1575026"/>
            <a:ext cx="8529113" cy="512004"/>
          </a:xfrm>
          <a:prstGeom prst="rect">
            <a:avLst/>
          </a:prstGeom>
        </p:spPr>
        <p:txBody>
          <a:bodyPr lIns="0"/>
          <a:lstStyle>
            <a:lvl1pPr marL="0" indent="0">
              <a:buNone/>
              <a:defRPr sz="1200" b="0" i="0">
                <a:solidFill>
                  <a:schemeClr val="bg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6" name="Text Placeholder 11">
            <a:extLst>
              <a:ext uri="{FF2B5EF4-FFF2-40B4-BE49-F238E27FC236}">
                <a16:creationId xmlns:a16="http://schemas.microsoft.com/office/drawing/2014/main" id="{301A429F-CC87-DB24-7EDB-80F1C6FCDC6A}"/>
              </a:ext>
            </a:extLst>
          </p:cNvPr>
          <p:cNvSpPr>
            <a:spLocks noGrp="1"/>
          </p:cNvSpPr>
          <p:nvPr>
            <p:ph type="body" sz="quarter" idx="44" hasCustomPrompt="1"/>
          </p:nvPr>
        </p:nvSpPr>
        <p:spPr>
          <a:xfrm>
            <a:off x="331536" y="842300"/>
            <a:ext cx="7103980" cy="490643"/>
          </a:xfrm>
          <a:prstGeom prst="rect">
            <a:avLst/>
          </a:prstGeom>
        </p:spPr>
        <p:txBody>
          <a:bodyPr lIns="0"/>
          <a:lstStyle>
            <a:lvl1pPr marL="0" indent="0">
              <a:buNone/>
              <a:defRPr sz="4400" b="0" i="0">
                <a:solidFill>
                  <a:schemeClr val="bg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7" name="TextBox 6">
            <a:extLst>
              <a:ext uri="{FF2B5EF4-FFF2-40B4-BE49-F238E27FC236}">
                <a16:creationId xmlns:a16="http://schemas.microsoft.com/office/drawing/2014/main" id="{10C4C99C-CA5A-1C49-5541-29EA3841E9C1}"/>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bg1"/>
                </a:solidFill>
                <a:latin typeface="DM Sans" pitchFamily="2" charset="77"/>
              </a:rPr>
              <a:t>entelect</a:t>
            </a:r>
            <a:endParaRPr lang="en-US" sz="1000" b="1" i="1">
              <a:solidFill>
                <a:schemeClr val="bg1"/>
              </a:solidFill>
              <a:latin typeface="DM Sans" pitchFamily="2" charset="77"/>
            </a:endParaRPr>
          </a:p>
        </p:txBody>
      </p:sp>
      <p:cxnSp>
        <p:nvCxnSpPr>
          <p:cNvPr id="8" name="Straight Connector 7">
            <a:extLst>
              <a:ext uri="{FF2B5EF4-FFF2-40B4-BE49-F238E27FC236}">
                <a16:creationId xmlns:a16="http://schemas.microsoft.com/office/drawing/2014/main" id="{74E4B3A0-E12B-9113-A034-598DCA161D13}"/>
              </a:ext>
            </a:extLst>
          </p:cNvPr>
          <p:cNvCxnSpPr>
            <a:cxnSpLocks/>
          </p:cNvCxnSpPr>
          <p:nvPr userDrawn="1"/>
        </p:nvCxnSpPr>
        <p:spPr>
          <a:xfrm>
            <a:off x="929103" y="316719"/>
            <a:ext cx="0" cy="88900"/>
          </a:xfrm>
          <a:prstGeom prst="line">
            <a:avLst/>
          </a:prstGeom>
          <a:ln w="12700">
            <a:solidFill>
              <a:schemeClr val="bg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1AC6231-57A1-4111-9A38-0A06BAB1ED6C}"/>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bg1"/>
                </a:solidFill>
                <a:latin typeface="DM Sans ExtraLight" pitchFamily="2" charset="77"/>
              </a:rPr>
              <a:t>everything is possible</a:t>
            </a:r>
          </a:p>
        </p:txBody>
      </p:sp>
      <p:sp>
        <p:nvSpPr>
          <p:cNvPr id="12" name="TextBox 11">
            <a:extLst>
              <a:ext uri="{FF2B5EF4-FFF2-40B4-BE49-F238E27FC236}">
                <a16:creationId xmlns:a16="http://schemas.microsoft.com/office/drawing/2014/main" id="{E6D13429-E7DF-69F2-6B02-058A3E052CFD}"/>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bg1"/>
                </a:solidFill>
                <a:latin typeface="DM Sans ExtraLight" pitchFamily="2" charset="77"/>
              </a:rPr>
              <a:t>entelect.com</a:t>
            </a:r>
            <a:endParaRPr lang="en-US" sz="1100" b="0" i="0">
              <a:solidFill>
                <a:schemeClr val="bg1"/>
              </a:solidFill>
              <a:latin typeface="DM Sans ExtraLight" pitchFamily="2" charset="77"/>
            </a:endParaRPr>
          </a:p>
        </p:txBody>
      </p:sp>
    </p:spTree>
    <p:extLst>
      <p:ext uri="{BB962C8B-B14F-4D97-AF65-F5344CB8AC3E}">
        <p14:creationId xmlns:p14="http://schemas.microsoft.com/office/powerpoint/2010/main" val="26953131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2" name="Picture 1" descr="A blue and white background&#10;&#10;AI-generated content may be incorrect.">
            <a:extLst>
              <a:ext uri="{FF2B5EF4-FFF2-40B4-BE49-F238E27FC236}">
                <a16:creationId xmlns:a16="http://schemas.microsoft.com/office/drawing/2014/main" id="{C4C9B730-13BA-ED42-C5DF-0713529138D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12192000" cy="6860776"/>
          </a:xfrm>
          <a:prstGeom prst="rect">
            <a:avLst/>
          </a:prstGeom>
        </p:spPr>
      </p:pic>
      <p:pic>
        <p:nvPicPr>
          <p:cNvPr id="21" name="Picture 20" descr="A white text on a black background&#10;&#10;AI-generated content may be incorrect.">
            <a:extLst>
              <a:ext uri="{FF2B5EF4-FFF2-40B4-BE49-F238E27FC236}">
                <a16:creationId xmlns:a16="http://schemas.microsoft.com/office/drawing/2014/main" id="{295D5E0F-BC0D-42FF-7689-CA6ED051AABB}"/>
              </a:ext>
            </a:extLst>
          </p:cNvPr>
          <p:cNvPicPr>
            <a:picLocks noChangeAspect="1"/>
          </p:cNvPicPr>
          <p:nvPr userDrawn="1"/>
        </p:nvPicPr>
        <p:blipFill>
          <a:blip r:embed="rId3"/>
          <a:stretch>
            <a:fillRect/>
          </a:stretch>
        </p:blipFill>
        <p:spPr>
          <a:xfrm>
            <a:off x="9823307" y="5893575"/>
            <a:ext cx="2063893" cy="659625"/>
          </a:xfrm>
          <a:prstGeom prst="rect">
            <a:avLst/>
          </a:prstGeom>
        </p:spPr>
      </p:pic>
      <p:sp>
        <p:nvSpPr>
          <p:cNvPr id="5" name="Rectangle 4">
            <a:extLst>
              <a:ext uri="{FF2B5EF4-FFF2-40B4-BE49-F238E27FC236}">
                <a16:creationId xmlns:a16="http://schemas.microsoft.com/office/drawing/2014/main" id="{10D4B06B-482F-1B14-8076-4FB0EC428FC1}"/>
              </a:ext>
            </a:extLst>
          </p:cNvPr>
          <p:cNvSpPr/>
          <p:nvPr userDrawn="1"/>
        </p:nvSpPr>
        <p:spPr>
          <a:xfrm>
            <a:off x="304800" y="3921898"/>
            <a:ext cx="544043" cy="71252"/>
          </a:xfrm>
          <a:prstGeom prst="rect">
            <a:avLst/>
          </a:prstGeom>
          <a:solidFill>
            <a:srgbClr val="A1BF2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3">
            <a:extLst>
              <a:ext uri="{FF2B5EF4-FFF2-40B4-BE49-F238E27FC236}">
                <a16:creationId xmlns:a16="http://schemas.microsoft.com/office/drawing/2014/main" id="{08B1EEFB-71C1-939D-965A-6BECA7741F08}"/>
              </a:ext>
            </a:extLst>
          </p:cNvPr>
          <p:cNvSpPr>
            <a:spLocks noGrp="1"/>
          </p:cNvSpPr>
          <p:nvPr>
            <p:ph type="body" sz="quarter" idx="12" hasCustomPrompt="1"/>
          </p:nvPr>
        </p:nvSpPr>
        <p:spPr>
          <a:xfrm>
            <a:off x="320298" y="4147465"/>
            <a:ext cx="5943917" cy="461229"/>
          </a:xfrm>
          <a:prstGeom prst="rect">
            <a:avLst/>
          </a:prstGeom>
        </p:spPr>
        <p:txBody>
          <a:bodyPr lIns="0"/>
          <a:lstStyle>
            <a:lvl1pPr marL="0" indent="0">
              <a:buNone/>
              <a:defRPr sz="2400" b="0" i="0">
                <a:solidFill>
                  <a:schemeClr val="tx1"/>
                </a:solidFill>
                <a:latin typeface="DM Sans ExtraLight" pitchFamily="2" charset="77"/>
              </a:defRPr>
            </a:lvl1pPr>
          </a:lstStyle>
          <a:p>
            <a:pPr lvl="0"/>
            <a:r>
              <a:rPr lang="en-GB"/>
              <a:t>Click to edit sub-heading</a:t>
            </a:r>
          </a:p>
        </p:txBody>
      </p:sp>
      <p:sp>
        <p:nvSpPr>
          <p:cNvPr id="7" name="Title 1">
            <a:extLst>
              <a:ext uri="{FF2B5EF4-FFF2-40B4-BE49-F238E27FC236}">
                <a16:creationId xmlns:a16="http://schemas.microsoft.com/office/drawing/2014/main" id="{925B02F5-7F4D-CC38-DE3C-3C66787BBC16}"/>
              </a:ext>
            </a:extLst>
          </p:cNvPr>
          <p:cNvSpPr>
            <a:spLocks noGrp="1"/>
          </p:cNvSpPr>
          <p:nvPr>
            <p:ph type="ctrTitle" hasCustomPrompt="1"/>
          </p:nvPr>
        </p:nvSpPr>
        <p:spPr>
          <a:xfrm>
            <a:off x="304799" y="2159537"/>
            <a:ext cx="6024748" cy="1584645"/>
          </a:xfrm>
          <a:prstGeom prst="rect">
            <a:avLst/>
          </a:prstGeom>
        </p:spPr>
        <p:txBody>
          <a:bodyPr lIns="0" anchor="t" anchorCtr="0">
            <a:noAutofit/>
          </a:bodyPr>
          <a:lstStyle>
            <a:lvl1pPr algn="l" defTabSz="914400" rtl="0" eaLnBrk="1" latinLnBrk="0" hangingPunct="1">
              <a:lnSpc>
                <a:spcPct val="90000"/>
              </a:lnSpc>
              <a:spcBef>
                <a:spcPct val="0"/>
              </a:spcBef>
              <a:buNone/>
              <a:defRPr lang="en-US" sz="6000" b="0" i="0" kern="1200" dirty="0">
                <a:solidFill>
                  <a:schemeClr val="tx1"/>
                </a:solidFill>
                <a:latin typeface="DM Sans 14pt" pitchFamily="2" charset="77"/>
                <a:ea typeface="+mj-ea"/>
                <a:cs typeface="+mj-cs"/>
              </a:defRPr>
            </a:lvl1pPr>
          </a:lstStyle>
          <a:p>
            <a:r>
              <a:rPr lang="en-GB"/>
              <a:t>Click to add </a:t>
            </a:r>
            <a:br>
              <a:rPr lang="en-GB"/>
            </a:br>
            <a:r>
              <a:rPr lang="en-GB"/>
              <a:t>slide title</a:t>
            </a:r>
            <a:endParaRPr lang="en-US"/>
          </a:p>
        </p:txBody>
      </p:sp>
      <p:sp>
        <p:nvSpPr>
          <p:cNvPr id="12" name="TextBox 11">
            <a:extLst>
              <a:ext uri="{FF2B5EF4-FFF2-40B4-BE49-F238E27FC236}">
                <a16:creationId xmlns:a16="http://schemas.microsoft.com/office/drawing/2014/main" id="{3FA7AD60-7892-84B5-DDDF-C9CCFB62F9CE}"/>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13" name="Straight Connector 12">
            <a:extLst>
              <a:ext uri="{FF2B5EF4-FFF2-40B4-BE49-F238E27FC236}">
                <a16:creationId xmlns:a16="http://schemas.microsoft.com/office/drawing/2014/main" id="{4B983AA1-0709-E4A2-DF73-6DA33BEDC157}"/>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7434A18F-4443-025A-1253-D09595462DEB}"/>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15" name="TextBox 14">
            <a:extLst>
              <a:ext uri="{FF2B5EF4-FFF2-40B4-BE49-F238E27FC236}">
                <a16:creationId xmlns:a16="http://schemas.microsoft.com/office/drawing/2014/main" id="{5367D92D-1CBC-A85B-2F87-7FFB18C8A308}"/>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182643360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pic>
        <p:nvPicPr>
          <p:cNvPr id="2" name="Picture 1" descr="A blue and white sky&#10;&#10;AI-generated content may be incorrect.">
            <a:extLst>
              <a:ext uri="{FF2B5EF4-FFF2-40B4-BE49-F238E27FC236}">
                <a16:creationId xmlns:a16="http://schemas.microsoft.com/office/drawing/2014/main" id="{BDED01EE-34FC-8F1A-80A8-B90E1BD76DF8}"/>
              </a:ext>
            </a:extLst>
          </p:cNvPr>
          <p:cNvPicPr>
            <a:picLocks noGrp="1" noRot="1" noChangeAspect="1" noMove="1" noResize="1" noEditPoints="1" noAdjustHandles="1" noChangeArrowheads="1" noChangeShapeType="1" noCrop="1"/>
          </p:cNvPicPr>
          <p:nvPr userDrawn="1"/>
        </p:nvPicPr>
        <p:blipFill>
          <a:blip r:embed="rId2"/>
          <a:srcRect l="32621" t="-1" r="1" b="31553"/>
          <a:stretch/>
        </p:blipFill>
        <p:spPr>
          <a:xfrm>
            <a:off x="3978926" y="0"/>
            <a:ext cx="8213074" cy="4695023"/>
          </a:xfrm>
          <a:prstGeom prst="rect">
            <a:avLst/>
          </a:prstGeom>
        </p:spPr>
      </p:pic>
      <p:pic>
        <p:nvPicPr>
          <p:cNvPr id="3" name="Picture 2" descr="A blue and white sky&#10;&#10;AI-generated content may be incorrect.">
            <a:extLst>
              <a:ext uri="{FF2B5EF4-FFF2-40B4-BE49-F238E27FC236}">
                <a16:creationId xmlns:a16="http://schemas.microsoft.com/office/drawing/2014/main" id="{BEB3A7EB-4542-FB30-0250-D18B14E76F48}"/>
              </a:ext>
            </a:extLst>
          </p:cNvPr>
          <p:cNvPicPr>
            <a:picLocks noGrp="1" noRot="1" noChangeAspect="1" noMove="1" noResize="1" noEditPoints="1" noAdjustHandles="1" noChangeArrowheads="1" noChangeShapeType="1" noCrop="1"/>
          </p:cNvPicPr>
          <p:nvPr userDrawn="1"/>
        </p:nvPicPr>
        <p:blipFill>
          <a:blip r:embed="rId2"/>
          <a:srcRect l="32621" t="-1" r="1" b="31553"/>
          <a:stretch/>
        </p:blipFill>
        <p:spPr>
          <a:xfrm rot="10800000">
            <a:off x="0" y="2162977"/>
            <a:ext cx="8213074" cy="4695023"/>
          </a:xfrm>
          <a:prstGeom prst="rect">
            <a:avLst/>
          </a:prstGeom>
        </p:spPr>
      </p:pic>
      <p:pic>
        <p:nvPicPr>
          <p:cNvPr id="9" name="Picture 8" descr="A blue green and white logo&#10;&#10;AI-generated content may be incorrect.">
            <a:extLst>
              <a:ext uri="{FF2B5EF4-FFF2-40B4-BE49-F238E27FC236}">
                <a16:creationId xmlns:a16="http://schemas.microsoft.com/office/drawing/2014/main" id="{FB81390F-045F-A52E-EF35-C04996B8678F}"/>
              </a:ext>
            </a:extLst>
          </p:cNvPr>
          <p:cNvPicPr>
            <a:picLocks noChangeAspect="1"/>
          </p:cNvPicPr>
          <p:nvPr userDrawn="1"/>
        </p:nvPicPr>
        <p:blipFill>
          <a:blip r:embed="rId3"/>
          <a:stretch>
            <a:fillRect/>
          </a:stretch>
        </p:blipFill>
        <p:spPr>
          <a:xfrm>
            <a:off x="11552743" y="6168835"/>
            <a:ext cx="342227" cy="384365"/>
          </a:xfrm>
          <a:prstGeom prst="rect">
            <a:avLst/>
          </a:prstGeom>
        </p:spPr>
      </p:pic>
      <p:sp>
        <p:nvSpPr>
          <p:cNvPr id="17" name="TextBox 16">
            <a:extLst>
              <a:ext uri="{FF2B5EF4-FFF2-40B4-BE49-F238E27FC236}">
                <a16:creationId xmlns:a16="http://schemas.microsoft.com/office/drawing/2014/main" id="{8E46716D-CD96-EFD6-AFA0-86E783088664}"/>
              </a:ext>
            </a:extLst>
          </p:cNvPr>
          <p:cNvSpPr txBox="1"/>
          <p:nvPr userDrawn="1"/>
        </p:nvSpPr>
        <p:spPr>
          <a:xfrm>
            <a:off x="314425" y="2925391"/>
            <a:ext cx="4596999" cy="1015663"/>
          </a:xfrm>
          <a:prstGeom prst="rect">
            <a:avLst/>
          </a:prstGeom>
          <a:noFill/>
        </p:spPr>
        <p:txBody>
          <a:bodyPr wrap="square" lIns="0" rtlCol="0">
            <a:spAutoFit/>
          </a:bodyPr>
          <a:lstStyle/>
          <a:p>
            <a:r>
              <a:rPr lang="en-US" sz="6000" b="0" i="0">
                <a:solidFill>
                  <a:schemeClr val="tx1"/>
                </a:solidFill>
                <a:latin typeface="DM Sans" pitchFamily="2" charset="77"/>
              </a:rPr>
              <a:t>Content</a:t>
            </a:r>
          </a:p>
        </p:txBody>
      </p:sp>
      <p:sp>
        <p:nvSpPr>
          <p:cNvPr id="6" name="Text Placeholder 11">
            <a:extLst>
              <a:ext uri="{FF2B5EF4-FFF2-40B4-BE49-F238E27FC236}">
                <a16:creationId xmlns:a16="http://schemas.microsoft.com/office/drawing/2014/main" id="{A925781C-092C-9B86-45BB-503220647DB2}"/>
              </a:ext>
            </a:extLst>
          </p:cNvPr>
          <p:cNvSpPr>
            <a:spLocks noGrp="1"/>
          </p:cNvSpPr>
          <p:nvPr>
            <p:ph type="body" sz="quarter" idx="11" hasCustomPrompt="1"/>
          </p:nvPr>
        </p:nvSpPr>
        <p:spPr>
          <a:xfrm>
            <a:off x="7166284" y="1343912"/>
            <a:ext cx="4552474" cy="556766"/>
          </a:xfrm>
          <a:prstGeom prst="rect">
            <a:avLst/>
          </a:prstGeom>
        </p:spPr>
        <p:txBody>
          <a:bodyPr lIns="0"/>
          <a:lstStyle>
            <a:lvl1pPr marL="0" indent="0">
              <a:buNone/>
              <a:defRPr sz="3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7" name="Text Placeholder 11">
            <a:extLst>
              <a:ext uri="{FF2B5EF4-FFF2-40B4-BE49-F238E27FC236}">
                <a16:creationId xmlns:a16="http://schemas.microsoft.com/office/drawing/2014/main" id="{4ADA5C86-A53B-5EBA-C339-6B5B1602A6A8}"/>
              </a:ext>
            </a:extLst>
          </p:cNvPr>
          <p:cNvSpPr>
            <a:spLocks noGrp="1"/>
          </p:cNvSpPr>
          <p:nvPr>
            <p:ph type="body" sz="quarter" idx="12" hasCustomPrompt="1"/>
          </p:nvPr>
        </p:nvSpPr>
        <p:spPr>
          <a:xfrm>
            <a:off x="7166284" y="2242131"/>
            <a:ext cx="4552474" cy="556766"/>
          </a:xfrm>
          <a:prstGeom prst="rect">
            <a:avLst/>
          </a:prstGeom>
        </p:spPr>
        <p:txBody>
          <a:bodyPr lIns="0"/>
          <a:lstStyle>
            <a:lvl1pPr marL="0" indent="0">
              <a:buNone/>
              <a:defRPr sz="3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8" name="Text Placeholder 11">
            <a:extLst>
              <a:ext uri="{FF2B5EF4-FFF2-40B4-BE49-F238E27FC236}">
                <a16:creationId xmlns:a16="http://schemas.microsoft.com/office/drawing/2014/main" id="{0776ECA0-2320-B410-50BB-5F09AE65C457}"/>
              </a:ext>
            </a:extLst>
          </p:cNvPr>
          <p:cNvSpPr>
            <a:spLocks noGrp="1"/>
          </p:cNvSpPr>
          <p:nvPr>
            <p:ph type="body" sz="quarter" idx="13" hasCustomPrompt="1"/>
          </p:nvPr>
        </p:nvSpPr>
        <p:spPr>
          <a:xfrm>
            <a:off x="7166284" y="3171771"/>
            <a:ext cx="4552474" cy="556766"/>
          </a:xfrm>
          <a:prstGeom prst="rect">
            <a:avLst/>
          </a:prstGeom>
        </p:spPr>
        <p:txBody>
          <a:bodyPr lIns="0"/>
          <a:lstStyle>
            <a:lvl1pPr marL="0" indent="0">
              <a:buNone/>
              <a:defRPr sz="3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4" name="Text Placeholder 11">
            <a:extLst>
              <a:ext uri="{FF2B5EF4-FFF2-40B4-BE49-F238E27FC236}">
                <a16:creationId xmlns:a16="http://schemas.microsoft.com/office/drawing/2014/main" id="{17E58472-323D-2440-0B79-395959F213BA}"/>
              </a:ext>
            </a:extLst>
          </p:cNvPr>
          <p:cNvSpPr>
            <a:spLocks noGrp="1"/>
          </p:cNvSpPr>
          <p:nvPr>
            <p:ph type="body" sz="quarter" idx="14" hasCustomPrompt="1"/>
          </p:nvPr>
        </p:nvSpPr>
        <p:spPr>
          <a:xfrm>
            <a:off x="7166284" y="4086171"/>
            <a:ext cx="4552474" cy="556766"/>
          </a:xfrm>
          <a:prstGeom prst="rect">
            <a:avLst/>
          </a:prstGeom>
        </p:spPr>
        <p:txBody>
          <a:bodyPr lIns="0"/>
          <a:lstStyle>
            <a:lvl1pPr marL="0" indent="0">
              <a:buNone/>
              <a:defRPr sz="3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5" name="Text Placeholder 11">
            <a:extLst>
              <a:ext uri="{FF2B5EF4-FFF2-40B4-BE49-F238E27FC236}">
                <a16:creationId xmlns:a16="http://schemas.microsoft.com/office/drawing/2014/main" id="{EF82587E-2D26-12CD-18E7-7B44C7FCD873}"/>
              </a:ext>
            </a:extLst>
          </p:cNvPr>
          <p:cNvSpPr>
            <a:spLocks noGrp="1"/>
          </p:cNvSpPr>
          <p:nvPr>
            <p:ph type="body" sz="quarter" idx="15" hasCustomPrompt="1"/>
          </p:nvPr>
        </p:nvSpPr>
        <p:spPr>
          <a:xfrm>
            <a:off x="7166284" y="5000571"/>
            <a:ext cx="4552474" cy="556766"/>
          </a:xfrm>
          <a:prstGeom prst="rect">
            <a:avLst/>
          </a:prstGeom>
        </p:spPr>
        <p:txBody>
          <a:bodyPr lIns="0"/>
          <a:lstStyle>
            <a:lvl1pPr marL="0" indent="0">
              <a:buNone/>
              <a:defRPr sz="3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6" name="Text Placeholder 11">
            <a:extLst>
              <a:ext uri="{FF2B5EF4-FFF2-40B4-BE49-F238E27FC236}">
                <a16:creationId xmlns:a16="http://schemas.microsoft.com/office/drawing/2014/main" id="{A424A37C-0A4A-EBE3-B236-257F12EE18B6}"/>
              </a:ext>
            </a:extLst>
          </p:cNvPr>
          <p:cNvSpPr>
            <a:spLocks noGrp="1"/>
          </p:cNvSpPr>
          <p:nvPr>
            <p:ph type="body" sz="quarter" idx="16" hasCustomPrompt="1"/>
          </p:nvPr>
        </p:nvSpPr>
        <p:spPr>
          <a:xfrm>
            <a:off x="6185293" y="1280790"/>
            <a:ext cx="964807" cy="683009"/>
          </a:xfrm>
          <a:prstGeom prst="rect">
            <a:avLst/>
          </a:prstGeom>
        </p:spPr>
        <p:txBody>
          <a:bodyPr lIns="0" anchor="ctr"/>
          <a:lstStyle>
            <a:lvl1pPr marL="0" indent="0">
              <a:buNone/>
              <a:defRPr sz="48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01</a:t>
            </a:r>
          </a:p>
        </p:txBody>
      </p:sp>
      <p:sp>
        <p:nvSpPr>
          <p:cNvPr id="28" name="Text Placeholder 11">
            <a:extLst>
              <a:ext uri="{FF2B5EF4-FFF2-40B4-BE49-F238E27FC236}">
                <a16:creationId xmlns:a16="http://schemas.microsoft.com/office/drawing/2014/main" id="{8F641020-B8DF-67C2-11C6-47EB45EC295B}"/>
              </a:ext>
            </a:extLst>
          </p:cNvPr>
          <p:cNvSpPr>
            <a:spLocks noGrp="1"/>
          </p:cNvSpPr>
          <p:nvPr>
            <p:ph type="body" sz="quarter" idx="17" hasCustomPrompt="1"/>
          </p:nvPr>
        </p:nvSpPr>
        <p:spPr>
          <a:xfrm>
            <a:off x="6185293" y="2210430"/>
            <a:ext cx="964807" cy="683009"/>
          </a:xfrm>
          <a:prstGeom prst="rect">
            <a:avLst/>
          </a:prstGeom>
        </p:spPr>
        <p:txBody>
          <a:bodyPr lIns="0" anchor="ctr"/>
          <a:lstStyle>
            <a:lvl1pPr marL="0" indent="0">
              <a:buNone/>
              <a:defRPr sz="48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02</a:t>
            </a:r>
          </a:p>
        </p:txBody>
      </p:sp>
      <p:sp>
        <p:nvSpPr>
          <p:cNvPr id="29" name="Text Placeholder 11">
            <a:extLst>
              <a:ext uri="{FF2B5EF4-FFF2-40B4-BE49-F238E27FC236}">
                <a16:creationId xmlns:a16="http://schemas.microsoft.com/office/drawing/2014/main" id="{7A69A162-3FA1-965F-1674-9203F3BDC021}"/>
              </a:ext>
            </a:extLst>
          </p:cNvPr>
          <p:cNvSpPr>
            <a:spLocks noGrp="1"/>
          </p:cNvSpPr>
          <p:nvPr>
            <p:ph type="body" sz="quarter" idx="18" hasCustomPrompt="1"/>
          </p:nvPr>
        </p:nvSpPr>
        <p:spPr>
          <a:xfrm>
            <a:off x="6185293" y="3094350"/>
            <a:ext cx="964807" cy="683009"/>
          </a:xfrm>
          <a:prstGeom prst="rect">
            <a:avLst/>
          </a:prstGeom>
        </p:spPr>
        <p:txBody>
          <a:bodyPr lIns="0" anchor="ctr"/>
          <a:lstStyle>
            <a:lvl1pPr marL="0" indent="0">
              <a:buNone/>
              <a:defRPr sz="48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03</a:t>
            </a:r>
          </a:p>
        </p:txBody>
      </p:sp>
      <p:sp>
        <p:nvSpPr>
          <p:cNvPr id="30" name="Text Placeholder 11">
            <a:extLst>
              <a:ext uri="{FF2B5EF4-FFF2-40B4-BE49-F238E27FC236}">
                <a16:creationId xmlns:a16="http://schemas.microsoft.com/office/drawing/2014/main" id="{4FB5894A-E173-E0CF-09C4-A88787875DD1}"/>
              </a:ext>
            </a:extLst>
          </p:cNvPr>
          <p:cNvSpPr>
            <a:spLocks noGrp="1"/>
          </p:cNvSpPr>
          <p:nvPr>
            <p:ph type="body" sz="quarter" idx="19" hasCustomPrompt="1"/>
          </p:nvPr>
        </p:nvSpPr>
        <p:spPr>
          <a:xfrm>
            <a:off x="6185293" y="4023990"/>
            <a:ext cx="964807" cy="683009"/>
          </a:xfrm>
          <a:prstGeom prst="rect">
            <a:avLst/>
          </a:prstGeom>
        </p:spPr>
        <p:txBody>
          <a:bodyPr lIns="0" anchor="ctr"/>
          <a:lstStyle>
            <a:lvl1pPr marL="0" indent="0">
              <a:buNone/>
              <a:defRPr sz="48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04</a:t>
            </a:r>
          </a:p>
        </p:txBody>
      </p:sp>
      <p:sp>
        <p:nvSpPr>
          <p:cNvPr id="31" name="Text Placeholder 11">
            <a:extLst>
              <a:ext uri="{FF2B5EF4-FFF2-40B4-BE49-F238E27FC236}">
                <a16:creationId xmlns:a16="http://schemas.microsoft.com/office/drawing/2014/main" id="{3130F317-1D65-5AD9-3DCB-B0A6A8D58C72}"/>
              </a:ext>
            </a:extLst>
          </p:cNvPr>
          <p:cNvSpPr>
            <a:spLocks noGrp="1"/>
          </p:cNvSpPr>
          <p:nvPr>
            <p:ph type="body" sz="quarter" idx="20" hasCustomPrompt="1"/>
          </p:nvPr>
        </p:nvSpPr>
        <p:spPr>
          <a:xfrm>
            <a:off x="6185293" y="4938390"/>
            <a:ext cx="964807" cy="683009"/>
          </a:xfrm>
          <a:prstGeom prst="rect">
            <a:avLst/>
          </a:prstGeom>
        </p:spPr>
        <p:txBody>
          <a:bodyPr lIns="0" anchor="ctr"/>
          <a:lstStyle>
            <a:lvl1pPr marL="0" indent="0">
              <a:buNone/>
              <a:defRPr sz="48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05</a:t>
            </a:r>
          </a:p>
        </p:txBody>
      </p:sp>
      <p:sp>
        <p:nvSpPr>
          <p:cNvPr id="18" name="TextBox 17">
            <a:extLst>
              <a:ext uri="{FF2B5EF4-FFF2-40B4-BE49-F238E27FC236}">
                <a16:creationId xmlns:a16="http://schemas.microsoft.com/office/drawing/2014/main" id="{4AAD3448-E78D-2830-566E-AF2F42FC4D96}"/>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19" name="Straight Connector 18">
            <a:extLst>
              <a:ext uri="{FF2B5EF4-FFF2-40B4-BE49-F238E27FC236}">
                <a16:creationId xmlns:a16="http://schemas.microsoft.com/office/drawing/2014/main" id="{52511B8F-72A2-066E-5EAD-28263BCEB8F8}"/>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E7B21F37-1E2D-5C3E-3F35-D8A510E40672}"/>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21" name="TextBox 20">
            <a:extLst>
              <a:ext uri="{FF2B5EF4-FFF2-40B4-BE49-F238E27FC236}">
                <a16:creationId xmlns:a16="http://schemas.microsoft.com/office/drawing/2014/main" id="{DF57CEC4-557F-E3E5-23A4-BD55E208757E}"/>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2318401837"/>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9_Title Slide">
    <p:spTree>
      <p:nvGrpSpPr>
        <p:cNvPr id="1" name=""/>
        <p:cNvGrpSpPr/>
        <p:nvPr/>
      </p:nvGrpSpPr>
      <p:grpSpPr>
        <a:xfrm>
          <a:off x="0" y="0"/>
          <a:ext cx="0" cy="0"/>
          <a:chOff x="0" y="0"/>
          <a:chExt cx="0" cy="0"/>
        </a:xfrm>
      </p:grpSpPr>
      <p:pic>
        <p:nvPicPr>
          <p:cNvPr id="2" name="Picture 1" descr="A blue and white sky&#10;&#10;AI-generated content may be incorrect.">
            <a:extLst>
              <a:ext uri="{FF2B5EF4-FFF2-40B4-BE49-F238E27FC236}">
                <a16:creationId xmlns:a16="http://schemas.microsoft.com/office/drawing/2014/main" id="{BDED01EE-34FC-8F1A-80A8-B90E1BD76DF8}"/>
              </a:ext>
            </a:extLst>
          </p:cNvPr>
          <p:cNvPicPr>
            <a:picLocks noGrp="1" noRot="1" noChangeAspect="1" noMove="1" noResize="1" noEditPoints="1" noAdjustHandles="1" noChangeArrowheads="1" noChangeShapeType="1" noCrop="1"/>
          </p:cNvPicPr>
          <p:nvPr userDrawn="1"/>
        </p:nvPicPr>
        <p:blipFill>
          <a:blip r:embed="rId2"/>
          <a:srcRect l="32621" t="-1" r="1" b="31553"/>
          <a:stretch/>
        </p:blipFill>
        <p:spPr>
          <a:xfrm>
            <a:off x="3978926" y="0"/>
            <a:ext cx="8213074" cy="4695023"/>
          </a:xfrm>
          <a:prstGeom prst="rect">
            <a:avLst/>
          </a:prstGeom>
        </p:spPr>
      </p:pic>
      <p:pic>
        <p:nvPicPr>
          <p:cNvPr id="3" name="Picture 2" descr="A blue and white sky&#10;&#10;AI-generated content may be incorrect.">
            <a:extLst>
              <a:ext uri="{FF2B5EF4-FFF2-40B4-BE49-F238E27FC236}">
                <a16:creationId xmlns:a16="http://schemas.microsoft.com/office/drawing/2014/main" id="{BEB3A7EB-4542-FB30-0250-D18B14E76F48}"/>
              </a:ext>
            </a:extLst>
          </p:cNvPr>
          <p:cNvPicPr>
            <a:picLocks noGrp="1" noRot="1" noChangeAspect="1" noMove="1" noResize="1" noEditPoints="1" noAdjustHandles="1" noChangeArrowheads="1" noChangeShapeType="1" noCrop="1"/>
          </p:cNvPicPr>
          <p:nvPr userDrawn="1"/>
        </p:nvPicPr>
        <p:blipFill>
          <a:blip r:embed="rId2"/>
          <a:srcRect l="32621" t="-1" r="1" b="31553"/>
          <a:stretch/>
        </p:blipFill>
        <p:spPr>
          <a:xfrm rot="10800000">
            <a:off x="0" y="2162977"/>
            <a:ext cx="8213074" cy="4695023"/>
          </a:xfrm>
          <a:prstGeom prst="rect">
            <a:avLst/>
          </a:prstGeom>
        </p:spPr>
      </p:pic>
      <p:cxnSp>
        <p:nvCxnSpPr>
          <p:cNvPr id="10" name="Straight Connector 9">
            <a:extLst>
              <a:ext uri="{FF2B5EF4-FFF2-40B4-BE49-F238E27FC236}">
                <a16:creationId xmlns:a16="http://schemas.microsoft.com/office/drawing/2014/main" id="{F4E47FCE-9EF8-982F-0E3E-1C950A011614}"/>
              </a:ext>
            </a:extLst>
          </p:cNvPr>
          <p:cNvCxnSpPr>
            <a:cxnSpLocks/>
          </p:cNvCxnSpPr>
          <p:nvPr userDrawn="1"/>
        </p:nvCxnSpPr>
        <p:spPr>
          <a:xfrm>
            <a:off x="1131974" y="2250286"/>
            <a:ext cx="992972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B76BE7DB-8CD5-E823-6912-F35B185DF45B}"/>
              </a:ext>
            </a:extLst>
          </p:cNvPr>
          <p:cNvCxnSpPr>
            <a:cxnSpLocks/>
          </p:cNvCxnSpPr>
          <p:nvPr userDrawn="1"/>
        </p:nvCxnSpPr>
        <p:spPr>
          <a:xfrm>
            <a:off x="1131974" y="3433806"/>
            <a:ext cx="992972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E6688275-A668-FB48-9ED1-4A47519BF34F}"/>
              </a:ext>
            </a:extLst>
          </p:cNvPr>
          <p:cNvCxnSpPr>
            <a:cxnSpLocks/>
          </p:cNvCxnSpPr>
          <p:nvPr userDrawn="1"/>
        </p:nvCxnSpPr>
        <p:spPr>
          <a:xfrm>
            <a:off x="1131974" y="4617326"/>
            <a:ext cx="9929726"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13" name="Text Placeholder 11">
            <a:extLst>
              <a:ext uri="{FF2B5EF4-FFF2-40B4-BE49-F238E27FC236}">
                <a16:creationId xmlns:a16="http://schemas.microsoft.com/office/drawing/2014/main" id="{43DA2C70-91BB-D134-7F8D-731F7577731B}"/>
              </a:ext>
            </a:extLst>
          </p:cNvPr>
          <p:cNvSpPr>
            <a:spLocks noGrp="1"/>
          </p:cNvSpPr>
          <p:nvPr>
            <p:ph type="body" sz="quarter" idx="11" hasCustomPrompt="1"/>
          </p:nvPr>
        </p:nvSpPr>
        <p:spPr>
          <a:xfrm>
            <a:off x="1130302" y="1344930"/>
            <a:ext cx="7664784" cy="556766"/>
          </a:xfrm>
          <a:prstGeom prst="rect">
            <a:avLst/>
          </a:prstGeom>
        </p:spPr>
        <p:txBody>
          <a:bodyPr/>
          <a:lstStyle>
            <a:lvl1pPr marL="0" indent="0">
              <a:buNone/>
              <a:defRPr sz="4400" b="1" i="0">
                <a:solidFill>
                  <a:schemeClr val="tx1"/>
                </a:solidFill>
                <a:latin typeface="DM Sans SemiBold"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4" name="Text Placeholder 11">
            <a:extLst>
              <a:ext uri="{FF2B5EF4-FFF2-40B4-BE49-F238E27FC236}">
                <a16:creationId xmlns:a16="http://schemas.microsoft.com/office/drawing/2014/main" id="{88CB8CD4-E27B-FAA5-C283-A62E8B13EA3E}"/>
              </a:ext>
            </a:extLst>
          </p:cNvPr>
          <p:cNvSpPr>
            <a:spLocks noGrp="1"/>
          </p:cNvSpPr>
          <p:nvPr>
            <p:ph type="body" sz="quarter" idx="12" hasCustomPrompt="1"/>
          </p:nvPr>
        </p:nvSpPr>
        <p:spPr>
          <a:xfrm>
            <a:off x="1130301" y="2513330"/>
            <a:ext cx="7664784" cy="556766"/>
          </a:xfrm>
          <a:prstGeom prst="rect">
            <a:avLst/>
          </a:prstGeom>
        </p:spPr>
        <p:txBody>
          <a:bodyPr/>
          <a:lstStyle>
            <a:lvl1pPr marL="0" indent="0">
              <a:buNone/>
              <a:defRPr sz="44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5" name="Text Placeholder 11">
            <a:extLst>
              <a:ext uri="{FF2B5EF4-FFF2-40B4-BE49-F238E27FC236}">
                <a16:creationId xmlns:a16="http://schemas.microsoft.com/office/drawing/2014/main" id="{FDC159D5-A235-66D5-0272-41B45BDDF637}"/>
              </a:ext>
            </a:extLst>
          </p:cNvPr>
          <p:cNvSpPr>
            <a:spLocks noGrp="1"/>
          </p:cNvSpPr>
          <p:nvPr>
            <p:ph type="body" sz="quarter" idx="13" hasCustomPrompt="1"/>
          </p:nvPr>
        </p:nvSpPr>
        <p:spPr>
          <a:xfrm>
            <a:off x="1130300" y="3757378"/>
            <a:ext cx="7664784" cy="556766"/>
          </a:xfrm>
          <a:prstGeom prst="rect">
            <a:avLst/>
          </a:prstGeom>
        </p:spPr>
        <p:txBody>
          <a:bodyPr/>
          <a:lstStyle>
            <a:lvl1pPr marL="0" indent="0">
              <a:buNone/>
              <a:defRPr sz="44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16" name="Text Placeholder 11">
            <a:extLst>
              <a:ext uri="{FF2B5EF4-FFF2-40B4-BE49-F238E27FC236}">
                <a16:creationId xmlns:a16="http://schemas.microsoft.com/office/drawing/2014/main" id="{A9D50735-A679-0B94-11CE-1C1E80582FB8}"/>
              </a:ext>
            </a:extLst>
          </p:cNvPr>
          <p:cNvSpPr>
            <a:spLocks noGrp="1"/>
          </p:cNvSpPr>
          <p:nvPr>
            <p:ph type="body" sz="quarter" idx="14" hasCustomPrompt="1"/>
          </p:nvPr>
        </p:nvSpPr>
        <p:spPr>
          <a:xfrm>
            <a:off x="1130300" y="4925778"/>
            <a:ext cx="7664784" cy="556766"/>
          </a:xfrm>
          <a:prstGeom prst="rect">
            <a:avLst/>
          </a:prstGeom>
        </p:spPr>
        <p:txBody>
          <a:bodyPr/>
          <a:lstStyle>
            <a:lvl1pPr marL="0" indent="0">
              <a:buNone/>
              <a:defRPr sz="44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Click to edit section title</a:t>
            </a:r>
          </a:p>
        </p:txBody>
      </p:sp>
      <p:pic>
        <p:nvPicPr>
          <p:cNvPr id="20" name="Picture 19" descr="A blue green and white logo&#10;&#10;AI-generated content may be incorrect.">
            <a:extLst>
              <a:ext uri="{FF2B5EF4-FFF2-40B4-BE49-F238E27FC236}">
                <a16:creationId xmlns:a16="http://schemas.microsoft.com/office/drawing/2014/main" id="{5D170428-AECF-B172-1588-662E281C3EC2}"/>
              </a:ext>
            </a:extLst>
          </p:cNvPr>
          <p:cNvPicPr>
            <a:picLocks noChangeAspect="1"/>
          </p:cNvPicPr>
          <p:nvPr userDrawn="1"/>
        </p:nvPicPr>
        <p:blipFill>
          <a:blip r:embed="rId3"/>
          <a:stretch>
            <a:fillRect/>
          </a:stretch>
        </p:blipFill>
        <p:spPr>
          <a:xfrm>
            <a:off x="11552743" y="6168835"/>
            <a:ext cx="342227" cy="384365"/>
          </a:xfrm>
          <a:prstGeom prst="rect">
            <a:avLst/>
          </a:prstGeom>
        </p:spPr>
      </p:pic>
      <p:sp>
        <p:nvSpPr>
          <p:cNvPr id="6" name="TextBox 5">
            <a:extLst>
              <a:ext uri="{FF2B5EF4-FFF2-40B4-BE49-F238E27FC236}">
                <a16:creationId xmlns:a16="http://schemas.microsoft.com/office/drawing/2014/main" id="{6D1EBB2C-EDF4-81B7-EAFC-3C6356A93C97}"/>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7" name="Straight Connector 6">
            <a:extLst>
              <a:ext uri="{FF2B5EF4-FFF2-40B4-BE49-F238E27FC236}">
                <a16:creationId xmlns:a16="http://schemas.microsoft.com/office/drawing/2014/main" id="{4D5EF7B3-6C5F-6D81-3342-356EE009FDD9}"/>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8" name="TextBox 7">
            <a:extLst>
              <a:ext uri="{FF2B5EF4-FFF2-40B4-BE49-F238E27FC236}">
                <a16:creationId xmlns:a16="http://schemas.microsoft.com/office/drawing/2014/main" id="{0DD349BD-EB8A-2110-A65F-74D7FF68ADD1}"/>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9" name="TextBox 8">
            <a:extLst>
              <a:ext uri="{FF2B5EF4-FFF2-40B4-BE49-F238E27FC236}">
                <a16:creationId xmlns:a16="http://schemas.microsoft.com/office/drawing/2014/main" id="{EB3B48FC-4D02-DEA8-F787-365891443200}"/>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109702657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Title Slide">
    <p:spTree>
      <p:nvGrpSpPr>
        <p:cNvPr id="1" name=""/>
        <p:cNvGrpSpPr/>
        <p:nvPr/>
      </p:nvGrpSpPr>
      <p:grpSpPr>
        <a:xfrm>
          <a:off x="0" y="0"/>
          <a:ext cx="0" cy="0"/>
          <a:chOff x="0" y="0"/>
          <a:chExt cx="0" cy="0"/>
        </a:xfrm>
      </p:grpSpPr>
      <p:pic>
        <p:nvPicPr>
          <p:cNvPr id="2" name="Picture 1" descr="A green and white swoosh&#10;&#10;AI-generated content may be incorrect.">
            <a:extLst>
              <a:ext uri="{FF2B5EF4-FFF2-40B4-BE49-F238E27FC236}">
                <a16:creationId xmlns:a16="http://schemas.microsoft.com/office/drawing/2014/main" id="{C6D89FE3-C752-6F9F-FBCC-F7061F8B2A0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2467" y="0"/>
            <a:ext cx="12187066" cy="6858000"/>
          </a:xfrm>
          <a:prstGeom prst="rect">
            <a:avLst/>
          </a:prstGeom>
        </p:spPr>
      </p:pic>
      <p:pic>
        <p:nvPicPr>
          <p:cNvPr id="9" name="Picture 8" descr="A blue green and white logo&#10;&#10;AI-generated content may be incorrect.">
            <a:extLst>
              <a:ext uri="{FF2B5EF4-FFF2-40B4-BE49-F238E27FC236}">
                <a16:creationId xmlns:a16="http://schemas.microsoft.com/office/drawing/2014/main" id="{9CABD489-41C9-D3C8-2472-A4980E6CC55B}"/>
              </a:ext>
            </a:extLst>
          </p:cNvPr>
          <p:cNvPicPr>
            <a:picLocks noChangeAspect="1"/>
          </p:cNvPicPr>
          <p:nvPr userDrawn="1"/>
        </p:nvPicPr>
        <p:blipFill>
          <a:blip r:embed="rId3"/>
          <a:stretch>
            <a:fillRect/>
          </a:stretch>
        </p:blipFill>
        <p:spPr>
          <a:xfrm>
            <a:off x="11552743" y="6168835"/>
            <a:ext cx="342227" cy="384365"/>
          </a:xfrm>
          <a:prstGeom prst="rect">
            <a:avLst/>
          </a:prstGeom>
        </p:spPr>
      </p:pic>
      <p:cxnSp>
        <p:nvCxnSpPr>
          <p:cNvPr id="5" name="Straight Connector 4">
            <a:extLst>
              <a:ext uri="{FF2B5EF4-FFF2-40B4-BE49-F238E27FC236}">
                <a16:creationId xmlns:a16="http://schemas.microsoft.com/office/drawing/2014/main" id="{A1BB224E-E2FC-573E-13E9-AAC9BB53E634}"/>
              </a:ext>
            </a:extLst>
          </p:cNvPr>
          <p:cNvCxnSpPr>
            <a:cxnSpLocks/>
          </p:cNvCxnSpPr>
          <p:nvPr userDrawn="1"/>
        </p:nvCxnSpPr>
        <p:spPr>
          <a:xfrm>
            <a:off x="305905" y="1590567"/>
            <a:ext cx="1016816" cy="0"/>
          </a:xfrm>
          <a:prstGeom prst="line">
            <a:avLst/>
          </a:prstGeom>
          <a:ln w="28575">
            <a:solidFill>
              <a:srgbClr val="A1BF24"/>
            </a:solidFill>
          </a:ln>
        </p:spPr>
        <p:style>
          <a:lnRef idx="1">
            <a:schemeClr val="accent6"/>
          </a:lnRef>
          <a:fillRef idx="0">
            <a:schemeClr val="accent6"/>
          </a:fillRef>
          <a:effectRef idx="0">
            <a:schemeClr val="accent6"/>
          </a:effectRef>
          <a:fontRef idx="minor">
            <a:schemeClr val="tx1"/>
          </a:fontRef>
        </p:style>
      </p:cxnSp>
      <p:sp>
        <p:nvSpPr>
          <p:cNvPr id="6" name="Text Placeholder 11">
            <a:extLst>
              <a:ext uri="{FF2B5EF4-FFF2-40B4-BE49-F238E27FC236}">
                <a16:creationId xmlns:a16="http://schemas.microsoft.com/office/drawing/2014/main" id="{5273004E-E50A-7153-80E6-9D44AE6EC7FF}"/>
              </a:ext>
            </a:extLst>
          </p:cNvPr>
          <p:cNvSpPr>
            <a:spLocks noGrp="1"/>
          </p:cNvSpPr>
          <p:nvPr>
            <p:ph type="body" sz="quarter" idx="12" hasCustomPrompt="1"/>
          </p:nvPr>
        </p:nvSpPr>
        <p:spPr>
          <a:xfrm>
            <a:off x="315632" y="1807180"/>
            <a:ext cx="6614555" cy="1019884"/>
          </a:xfrm>
          <a:prstGeom prst="rect">
            <a:avLst/>
          </a:prstGeom>
        </p:spPr>
        <p:txBody>
          <a:bodyPr lIns="0"/>
          <a:lstStyle>
            <a:lvl1pPr marL="0" indent="0">
              <a:lnSpc>
                <a:spcPct val="100000"/>
              </a:lnSpc>
              <a:buNone/>
              <a:defRPr sz="1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br>
              <a:rPr lang="en-GB"/>
            </a:br>
            <a:br>
              <a:rPr lang="en-GB"/>
            </a:b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esse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a:t>
            </a:r>
          </a:p>
        </p:txBody>
      </p:sp>
      <p:sp>
        <p:nvSpPr>
          <p:cNvPr id="7" name="Text Placeholder 11">
            <a:extLst>
              <a:ext uri="{FF2B5EF4-FFF2-40B4-BE49-F238E27FC236}">
                <a16:creationId xmlns:a16="http://schemas.microsoft.com/office/drawing/2014/main" id="{0C341765-0170-C075-7EAF-BD3DCEABB42D}"/>
              </a:ext>
            </a:extLst>
          </p:cNvPr>
          <p:cNvSpPr>
            <a:spLocks noGrp="1"/>
          </p:cNvSpPr>
          <p:nvPr>
            <p:ph type="body" sz="quarter" idx="34" hasCustomPrompt="1"/>
          </p:nvPr>
        </p:nvSpPr>
        <p:spPr>
          <a:xfrm>
            <a:off x="331535" y="842300"/>
            <a:ext cx="6598653" cy="490643"/>
          </a:xfrm>
          <a:prstGeom prst="rect">
            <a:avLst/>
          </a:prstGeom>
        </p:spPr>
        <p:txBody>
          <a:bodyPr lIns="0"/>
          <a:lstStyle>
            <a:lvl1pPr marL="0" indent="0">
              <a:buNone/>
              <a:defRPr sz="44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8" name="TextBox 7">
            <a:extLst>
              <a:ext uri="{FF2B5EF4-FFF2-40B4-BE49-F238E27FC236}">
                <a16:creationId xmlns:a16="http://schemas.microsoft.com/office/drawing/2014/main" id="{5C687B6D-AEEF-22F2-4F7C-0F9CA59731C2}"/>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10" name="Straight Connector 9">
            <a:extLst>
              <a:ext uri="{FF2B5EF4-FFF2-40B4-BE49-F238E27FC236}">
                <a16:creationId xmlns:a16="http://schemas.microsoft.com/office/drawing/2014/main" id="{3D5E2795-1B4D-B676-2AB1-75983B503322}"/>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42665075-5178-1596-9DD6-E4E59CDAC49D}"/>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16" name="TextBox 15">
            <a:extLst>
              <a:ext uri="{FF2B5EF4-FFF2-40B4-BE49-F238E27FC236}">
                <a16:creationId xmlns:a16="http://schemas.microsoft.com/office/drawing/2014/main" id="{8E307301-9BFE-37A4-34D7-1F221F2ECD89}"/>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19788939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3_Title Slide">
    <p:spTree>
      <p:nvGrpSpPr>
        <p:cNvPr id="1" name=""/>
        <p:cNvGrpSpPr/>
        <p:nvPr/>
      </p:nvGrpSpPr>
      <p:grpSpPr>
        <a:xfrm>
          <a:off x="0" y="0"/>
          <a:ext cx="0" cy="0"/>
          <a:chOff x="0" y="0"/>
          <a:chExt cx="0" cy="0"/>
        </a:xfrm>
      </p:grpSpPr>
      <p:pic>
        <p:nvPicPr>
          <p:cNvPr id="2" name="Picture 1" descr="A blue and green wave&#10;&#10;AI-generated content may be incorrect.">
            <a:extLst>
              <a:ext uri="{FF2B5EF4-FFF2-40B4-BE49-F238E27FC236}">
                <a16:creationId xmlns:a16="http://schemas.microsoft.com/office/drawing/2014/main" id="{8BD41D0E-9811-6785-58EC-A1F284428053}"/>
              </a:ext>
            </a:extLst>
          </p:cNvPr>
          <p:cNvPicPr>
            <a:picLocks noGrp="1" noRot="1" noChangeAspect="1" noMove="1" noResize="1" noEditPoints="1" noAdjustHandles="1" noChangeArrowheads="1" noChangeShapeType="1" noCrop="1"/>
          </p:cNvPicPr>
          <p:nvPr userDrawn="1"/>
        </p:nvPicPr>
        <p:blipFill>
          <a:blip r:embed="rId2">
            <a:alphaModFix/>
          </a:blip>
          <a:srcRect l="3473" t="8091" r="6990" b="2408"/>
          <a:stretch/>
        </p:blipFill>
        <p:spPr>
          <a:xfrm>
            <a:off x="-1" y="0"/>
            <a:ext cx="12192001" cy="6858000"/>
          </a:xfrm>
          <a:prstGeom prst="rect">
            <a:avLst/>
          </a:prstGeom>
        </p:spPr>
      </p:pic>
      <p:sp>
        <p:nvSpPr>
          <p:cNvPr id="11" name="Rounded Rectangle 10">
            <a:extLst>
              <a:ext uri="{FF2B5EF4-FFF2-40B4-BE49-F238E27FC236}">
                <a16:creationId xmlns:a16="http://schemas.microsoft.com/office/drawing/2014/main" id="{08EDB8C9-800E-B373-E3B6-39FDC5DFFF66}"/>
              </a:ext>
            </a:extLst>
          </p:cNvPr>
          <p:cNvSpPr/>
          <p:nvPr userDrawn="1"/>
        </p:nvSpPr>
        <p:spPr>
          <a:xfrm>
            <a:off x="305886" y="2782620"/>
            <a:ext cx="3359593" cy="1439121"/>
          </a:xfrm>
          <a:prstGeom prst="roundRect">
            <a:avLst>
              <a:gd name="adj" fmla="val 5169"/>
            </a:avLst>
          </a:prstGeom>
          <a:solidFill>
            <a:schemeClr val="bg1">
              <a:alpha val="6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9" name="Picture 8" descr="A blue green and white logo&#10;&#10;AI-generated content may be incorrect.">
            <a:extLst>
              <a:ext uri="{FF2B5EF4-FFF2-40B4-BE49-F238E27FC236}">
                <a16:creationId xmlns:a16="http://schemas.microsoft.com/office/drawing/2014/main" id="{8387395C-A0BD-76C9-7655-26930CA468CC}"/>
              </a:ext>
            </a:extLst>
          </p:cNvPr>
          <p:cNvPicPr>
            <a:picLocks noChangeAspect="1"/>
          </p:cNvPicPr>
          <p:nvPr userDrawn="1"/>
        </p:nvPicPr>
        <p:blipFill>
          <a:blip r:embed="rId3"/>
          <a:stretch>
            <a:fillRect/>
          </a:stretch>
        </p:blipFill>
        <p:spPr>
          <a:xfrm>
            <a:off x="11552743" y="6168835"/>
            <a:ext cx="342227" cy="384365"/>
          </a:xfrm>
          <a:prstGeom prst="rect">
            <a:avLst/>
          </a:prstGeom>
        </p:spPr>
      </p:pic>
      <p:sp>
        <p:nvSpPr>
          <p:cNvPr id="22" name="Rounded Rectangle 21">
            <a:extLst>
              <a:ext uri="{FF2B5EF4-FFF2-40B4-BE49-F238E27FC236}">
                <a16:creationId xmlns:a16="http://schemas.microsoft.com/office/drawing/2014/main" id="{58B0B20B-3D34-6E90-223C-B6692A1658EE}"/>
              </a:ext>
            </a:extLst>
          </p:cNvPr>
          <p:cNvSpPr/>
          <p:nvPr userDrawn="1"/>
        </p:nvSpPr>
        <p:spPr>
          <a:xfrm>
            <a:off x="305886" y="4397236"/>
            <a:ext cx="3359593" cy="1439121"/>
          </a:xfrm>
          <a:prstGeom prst="roundRect">
            <a:avLst>
              <a:gd name="adj" fmla="val 5169"/>
            </a:avLst>
          </a:prstGeom>
          <a:solidFill>
            <a:schemeClr val="bg1">
              <a:alpha val="6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Rounded Rectangle 26">
            <a:extLst>
              <a:ext uri="{FF2B5EF4-FFF2-40B4-BE49-F238E27FC236}">
                <a16:creationId xmlns:a16="http://schemas.microsoft.com/office/drawing/2014/main" id="{A0B42F32-F965-1C8B-D63A-37307F98F160}"/>
              </a:ext>
            </a:extLst>
          </p:cNvPr>
          <p:cNvSpPr/>
          <p:nvPr userDrawn="1"/>
        </p:nvSpPr>
        <p:spPr>
          <a:xfrm>
            <a:off x="8173388" y="2782620"/>
            <a:ext cx="3359593" cy="1439121"/>
          </a:xfrm>
          <a:prstGeom prst="roundRect">
            <a:avLst>
              <a:gd name="adj" fmla="val 5169"/>
            </a:avLst>
          </a:prstGeom>
          <a:solidFill>
            <a:schemeClr val="bg1">
              <a:alpha val="6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0" name="Rounded Rectangle 29">
            <a:extLst>
              <a:ext uri="{FF2B5EF4-FFF2-40B4-BE49-F238E27FC236}">
                <a16:creationId xmlns:a16="http://schemas.microsoft.com/office/drawing/2014/main" id="{E65934FE-C7EC-B592-4633-9060BEEA8432}"/>
              </a:ext>
            </a:extLst>
          </p:cNvPr>
          <p:cNvSpPr/>
          <p:nvPr userDrawn="1"/>
        </p:nvSpPr>
        <p:spPr>
          <a:xfrm>
            <a:off x="8173388" y="4397236"/>
            <a:ext cx="3359593" cy="1439121"/>
          </a:xfrm>
          <a:prstGeom prst="roundRect">
            <a:avLst>
              <a:gd name="adj" fmla="val 5169"/>
            </a:avLst>
          </a:prstGeom>
          <a:solidFill>
            <a:schemeClr val="bg1">
              <a:alpha val="6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3" name="Rounded Rectangle 32">
            <a:extLst>
              <a:ext uri="{FF2B5EF4-FFF2-40B4-BE49-F238E27FC236}">
                <a16:creationId xmlns:a16="http://schemas.microsoft.com/office/drawing/2014/main" id="{7C4E5062-04DF-FADD-D125-CA986ED79CE9}"/>
              </a:ext>
            </a:extLst>
          </p:cNvPr>
          <p:cNvSpPr/>
          <p:nvPr userDrawn="1"/>
        </p:nvSpPr>
        <p:spPr>
          <a:xfrm>
            <a:off x="4239637" y="2782620"/>
            <a:ext cx="3359593" cy="1439121"/>
          </a:xfrm>
          <a:prstGeom prst="roundRect">
            <a:avLst>
              <a:gd name="adj" fmla="val 5169"/>
            </a:avLst>
          </a:prstGeom>
          <a:solidFill>
            <a:schemeClr val="bg1">
              <a:alpha val="6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Rounded Rectangle 35">
            <a:extLst>
              <a:ext uri="{FF2B5EF4-FFF2-40B4-BE49-F238E27FC236}">
                <a16:creationId xmlns:a16="http://schemas.microsoft.com/office/drawing/2014/main" id="{5F92E089-A3B7-1FCA-210B-3CC557061793}"/>
              </a:ext>
            </a:extLst>
          </p:cNvPr>
          <p:cNvSpPr/>
          <p:nvPr userDrawn="1"/>
        </p:nvSpPr>
        <p:spPr>
          <a:xfrm>
            <a:off x="4239637" y="4397236"/>
            <a:ext cx="3359593" cy="1439121"/>
          </a:xfrm>
          <a:prstGeom prst="roundRect">
            <a:avLst>
              <a:gd name="adj" fmla="val 5169"/>
            </a:avLst>
          </a:prstGeom>
          <a:solidFill>
            <a:schemeClr val="bg1">
              <a:alpha val="6980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Rectangle 3">
            <a:hlinkClick r:id="rId4"/>
            <a:extLst>
              <a:ext uri="{FF2B5EF4-FFF2-40B4-BE49-F238E27FC236}">
                <a16:creationId xmlns:a16="http://schemas.microsoft.com/office/drawing/2014/main" id="{16A1DC56-C951-613E-0178-1F4DCB90BC83}"/>
              </a:ext>
            </a:extLst>
          </p:cNvPr>
          <p:cNvSpPr/>
          <p:nvPr userDrawn="1"/>
        </p:nvSpPr>
        <p:spPr>
          <a:xfrm>
            <a:off x="280187" y="6098485"/>
            <a:ext cx="899188" cy="4622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Text Placeholder 11">
            <a:extLst>
              <a:ext uri="{FF2B5EF4-FFF2-40B4-BE49-F238E27FC236}">
                <a16:creationId xmlns:a16="http://schemas.microsoft.com/office/drawing/2014/main" id="{072798EC-BD75-0409-7243-89735A4E3D5E}"/>
              </a:ext>
            </a:extLst>
          </p:cNvPr>
          <p:cNvSpPr>
            <a:spLocks noGrp="1"/>
          </p:cNvSpPr>
          <p:nvPr>
            <p:ph type="body" sz="quarter" idx="41" hasCustomPrompt="1"/>
          </p:nvPr>
        </p:nvSpPr>
        <p:spPr>
          <a:xfrm>
            <a:off x="344631" y="1575026"/>
            <a:ext cx="8529113" cy="512004"/>
          </a:xfrm>
          <a:prstGeom prst="rect">
            <a:avLst/>
          </a:prstGeom>
        </p:spPr>
        <p:txBody>
          <a:bodyPr lIns="0"/>
          <a:lstStyle>
            <a:lvl1pPr marL="0" indent="0">
              <a:buNone/>
              <a:defRPr sz="1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6" name="Text Placeholder 11">
            <a:extLst>
              <a:ext uri="{FF2B5EF4-FFF2-40B4-BE49-F238E27FC236}">
                <a16:creationId xmlns:a16="http://schemas.microsoft.com/office/drawing/2014/main" id="{16922EE1-440E-697C-159D-8A9084AC25C5}"/>
              </a:ext>
            </a:extLst>
          </p:cNvPr>
          <p:cNvSpPr>
            <a:spLocks noGrp="1"/>
          </p:cNvSpPr>
          <p:nvPr>
            <p:ph type="body" sz="quarter" idx="44" hasCustomPrompt="1"/>
          </p:nvPr>
        </p:nvSpPr>
        <p:spPr>
          <a:xfrm>
            <a:off x="331536" y="842300"/>
            <a:ext cx="7103980" cy="490643"/>
          </a:xfrm>
          <a:prstGeom prst="rect">
            <a:avLst/>
          </a:prstGeom>
        </p:spPr>
        <p:txBody>
          <a:bodyPr lIns="0"/>
          <a:lstStyle>
            <a:lvl1pPr marL="0" indent="0">
              <a:buNone/>
              <a:defRPr sz="44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7" name="Text Placeholder 11">
            <a:extLst>
              <a:ext uri="{FF2B5EF4-FFF2-40B4-BE49-F238E27FC236}">
                <a16:creationId xmlns:a16="http://schemas.microsoft.com/office/drawing/2014/main" id="{2CF7D7CD-8A84-3729-A274-A6DA1FB492C7}"/>
              </a:ext>
            </a:extLst>
          </p:cNvPr>
          <p:cNvSpPr>
            <a:spLocks noGrp="1"/>
          </p:cNvSpPr>
          <p:nvPr>
            <p:ph type="body" sz="quarter" idx="12" hasCustomPrompt="1"/>
          </p:nvPr>
        </p:nvSpPr>
        <p:spPr>
          <a:xfrm>
            <a:off x="424978" y="3233846"/>
            <a:ext cx="3385021" cy="802766"/>
          </a:xfrm>
          <a:prstGeom prst="rect">
            <a:avLst/>
          </a:prstGeom>
        </p:spPr>
        <p:txBody>
          <a:bodyPr lIns="0"/>
          <a:lstStyle>
            <a:lvl1pPr marL="0" indent="0">
              <a:lnSpc>
                <a:spcPct val="100000"/>
              </a:lnSpc>
              <a:buNone/>
              <a:defRPr lang="en-US" sz="1000" b="0" i="0" kern="1200" dirty="0">
                <a:solidFill>
                  <a:schemeClr val="tx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8" name="Text Placeholder 42">
            <a:extLst>
              <a:ext uri="{FF2B5EF4-FFF2-40B4-BE49-F238E27FC236}">
                <a16:creationId xmlns:a16="http://schemas.microsoft.com/office/drawing/2014/main" id="{503600F2-FE73-81C2-6158-3B58C6B08FA4}"/>
              </a:ext>
            </a:extLst>
          </p:cNvPr>
          <p:cNvSpPr>
            <a:spLocks noGrp="1"/>
          </p:cNvSpPr>
          <p:nvPr>
            <p:ph type="body" sz="quarter" idx="14" hasCustomPrompt="1"/>
          </p:nvPr>
        </p:nvSpPr>
        <p:spPr>
          <a:xfrm>
            <a:off x="419066" y="2891839"/>
            <a:ext cx="2226891" cy="334962"/>
          </a:xfrm>
          <a:prstGeom prst="rect">
            <a:avLst/>
          </a:prstGeom>
        </p:spPr>
        <p:txBody>
          <a:bodyPr lIns="0"/>
          <a:lstStyle>
            <a:lvl1pPr marL="0" indent="0">
              <a:buNone/>
              <a:defRPr sz="2000" b="1" i="0">
                <a:solidFill>
                  <a:schemeClr val="tx1"/>
                </a:solidFill>
                <a:latin typeface="DM Sans SemiBold" pitchFamily="2" charset="77"/>
              </a:defRPr>
            </a:lvl1pPr>
          </a:lstStyle>
          <a:p>
            <a:pPr lvl="0"/>
            <a:r>
              <a:rPr lang="en-GB"/>
              <a:t>Lorem </a:t>
            </a:r>
            <a:r>
              <a:rPr lang="en-GB" err="1"/>
              <a:t>ipsem</a:t>
            </a:r>
            <a:endParaRPr lang="en-GB"/>
          </a:p>
        </p:txBody>
      </p:sp>
      <p:sp>
        <p:nvSpPr>
          <p:cNvPr id="14" name="Text Placeholder 11">
            <a:extLst>
              <a:ext uri="{FF2B5EF4-FFF2-40B4-BE49-F238E27FC236}">
                <a16:creationId xmlns:a16="http://schemas.microsoft.com/office/drawing/2014/main" id="{660C8B0D-BF02-3F8C-3AB1-01AD18CE897A}"/>
              </a:ext>
            </a:extLst>
          </p:cNvPr>
          <p:cNvSpPr>
            <a:spLocks noGrp="1"/>
          </p:cNvSpPr>
          <p:nvPr>
            <p:ph type="body" sz="quarter" idx="34" hasCustomPrompt="1"/>
          </p:nvPr>
        </p:nvSpPr>
        <p:spPr>
          <a:xfrm>
            <a:off x="4412778" y="3233846"/>
            <a:ext cx="3334222" cy="802766"/>
          </a:xfrm>
          <a:prstGeom prst="rect">
            <a:avLst/>
          </a:prstGeom>
        </p:spPr>
        <p:txBody>
          <a:bodyPr lIns="0"/>
          <a:lstStyle>
            <a:lvl1pPr marL="0" indent="0">
              <a:buNone/>
              <a:defRPr lang="en-US" sz="1000" b="0" i="0" kern="1200" dirty="0">
                <a:solidFill>
                  <a:schemeClr val="tx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16" name="Text Placeholder 42">
            <a:extLst>
              <a:ext uri="{FF2B5EF4-FFF2-40B4-BE49-F238E27FC236}">
                <a16:creationId xmlns:a16="http://schemas.microsoft.com/office/drawing/2014/main" id="{1C5C8D94-2512-82BB-59D0-851F8B412CF5}"/>
              </a:ext>
            </a:extLst>
          </p:cNvPr>
          <p:cNvSpPr>
            <a:spLocks noGrp="1"/>
          </p:cNvSpPr>
          <p:nvPr>
            <p:ph type="body" sz="quarter" idx="35" hasCustomPrompt="1"/>
          </p:nvPr>
        </p:nvSpPr>
        <p:spPr>
          <a:xfrm>
            <a:off x="4406865" y="2891839"/>
            <a:ext cx="2226891" cy="334962"/>
          </a:xfrm>
          <a:prstGeom prst="rect">
            <a:avLst/>
          </a:prstGeom>
        </p:spPr>
        <p:txBody>
          <a:bodyPr lIns="0"/>
          <a:lstStyle>
            <a:lvl1pPr marL="0" indent="0">
              <a:buNone/>
              <a:defRPr sz="2000" b="1" i="0">
                <a:solidFill>
                  <a:schemeClr val="tx1"/>
                </a:solidFill>
                <a:latin typeface="DM Sans SemiBold" pitchFamily="2" charset="77"/>
              </a:defRPr>
            </a:lvl1pPr>
          </a:lstStyle>
          <a:p>
            <a:pPr lvl="0"/>
            <a:r>
              <a:rPr lang="en-GB"/>
              <a:t>Lorem </a:t>
            </a:r>
            <a:r>
              <a:rPr lang="en-GB" err="1"/>
              <a:t>ipsem</a:t>
            </a:r>
            <a:endParaRPr lang="en-GB"/>
          </a:p>
        </p:txBody>
      </p:sp>
      <p:sp>
        <p:nvSpPr>
          <p:cNvPr id="17" name="Text Placeholder 11">
            <a:extLst>
              <a:ext uri="{FF2B5EF4-FFF2-40B4-BE49-F238E27FC236}">
                <a16:creationId xmlns:a16="http://schemas.microsoft.com/office/drawing/2014/main" id="{B77E1BCA-F9A6-E609-BECE-5BBE661B005F}"/>
              </a:ext>
            </a:extLst>
          </p:cNvPr>
          <p:cNvSpPr>
            <a:spLocks noGrp="1"/>
          </p:cNvSpPr>
          <p:nvPr>
            <p:ph type="body" sz="quarter" idx="36" hasCustomPrompt="1"/>
          </p:nvPr>
        </p:nvSpPr>
        <p:spPr>
          <a:xfrm>
            <a:off x="8399083" y="3212963"/>
            <a:ext cx="3367937" cy="802766"/>
          </a:xfrm>
          <a:prstGeom prst="rect">
            <a:avLst/>
          </a:prstGeom>
        </p:spPr>
        <p:txBody>
          <a:bodyPr lIns="0"/>
          <a:lstStyle>
            <a:lvl1pPr marL="0" indent="0">
              <a:buNone/>
              <a:defRPr lang="en-US" sz="1000" b="0" i="0" kern="1200" dirty="0">
                <a:solidFill>
                  <a:schemeClr val="tx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18" name="Text Placeholder 42">
            <a:extLst>
              <a:ext uri="{FF2B5EF4-FFF2-40B4-BE49-F238E27FC236}">
                <a16:creationId xmlns:a16="http://schemas.microsoft.com/office/drawing/2014/main" id="{13149AB2-9612-3CA1-0DE6-EC26C73BDE77}"/>
              </a:ext>
            </a:extLst>
          </p:cNvPr>
          <p:cNvSpPr>
            <a:spLocks noGrp="1"/>
          </p:cNvSpPr>
          <p:nvPr>
            <p:ph type="body" sz="quarter" idx="37" hasCustomPrompt="1"/>
          </p:nvPr>
        </p:nvSpPr>
        <p:spPr>
          <a:xfrm>
            <a:off x="8393171" y="2870956"/>
            <a:ext cx="2226891" cy="334962"/>
          </a:xfrm>
          <a:prstGeom prst="rect">
            <a:avLst/>
          </a:prstGeom>
        </p:spPr>
        <p:txBody>
          <a:bodyPr lIns="0"/>
          <a:lstStyle>
            <a:lvl1pPr marL="0" indent="0">
              <a:buNone/>
              <a:defRPr sz="2000" b="1" i="0">
                <a:solidFill>
                  <a:schemeClr val="tx1"/>
                </a:solidFill>
                <a:latin typeface="DM Sans SemiBold" pitchFamily="2" charset="77"/>
              </a:defRPr>
            </a:lvl1pPr>
          </a:lstStyle>
          <a:p>
            <a:pPr lvl="0"/>
            <a:r>
              <a:rPr lang="en-GB"/>
              <a:t>Lorem </a:t>
            </a:r>
            <a:r>
              <a:rPr lang="en-GB" err="1"/>
              <a:t>ipsem</a:t>
            </a:r>
            <a:endParaRPr lang="en-GB"/>
          </a:p>
        </p:txBody>
      </p:sp>
      <p:sp>
        <p:nvSpPr>
          <p:cNvPr id="19" name="Text Placeholder 11">
            <a:extLst>
              <a:ext uri="{FF2B5EF4-FFF2-40B4-BE49-F238E27FC236}">
                <a16:creationId xmlns:a16="http://schemas.microsoft.com/office/drawing/2014/main" id="{7B51B8B8-F9CC-BDAE-6E77-73042DFE3BEE}"/>
              </a:ext>
            </a:extLst>
          </p:cNvPr>
          <p:cNvSpPr>
            <a:spLocks noGrp="1"/>
          </p:cNvSpPr>
          <p:nvPr>
            <p:ph type="body" sz="quarter" idx="38" hasCustomPrompt="1"/>
          </p:nvPr>
        </p:nvSpPr>
        <p:spPr>
          <a:xfrm>
            <a:off x="400366" y="5030256"/>
            <a:ext cx="3385021" cy="802766"/>
          </a:xfrm>
          <a:prstGeom prst="rect">
            <a:avLst/>
          </a:prstGeom>
        </p:spPr>
        <p:txBody>
          <a:bodyPr lIns="0"/>
          <a:lstStyle>
            <a:lvl1pPr marL="0" indent="0">
              <a:buNone/>
              <a:defRPr lang="en-US" sz="1000" b="0" i="0" kern="1200" dirty="0">
                <a:solidFill>
                  <a:schemeClr val="tx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20" name="Text Placeholder 42">
            <a:extLst>
              <a:ext uri="{FF2B5EF4-FFF2-40B4-BE49-F238E27FC236}">
                <a16:creationId xmlns:a16="http://schemas.microsoft.com/office/drawing/2014/main" id="{FBEB2B1A-63D6-5E64-329E-659B2C0EDEB9}"/>
              </a:ext>
            </a:extLst>
          </p:cNvPr>
          <p:cNvSpPr>
            <a:spLocks noGrp="1"/>
          </p:cNvSpPr>
          <p:nvPr>
            <p:ph type="body" sz="quarter" idx="39" hasCustomPrompt="1"/>
          </p:nvPr>
        </p:nvSpPr>
        <p:spPr>
          <a:xfrm>
            <a:off x="394454" y="4688249"/>
            <a:ext cx="2226891" cy="334962"/>
          </a:xfrm>
          <a:prstGeom prst="rect">
            <a:avLst/>
          </a:prstGeom>
        </p:spPr>
        <p:txBody>
          <a:bodyPr lIns="0"/>
          <a:lstStyle>
            <a:lvl1pPr marL="0" indent="0">
              <a:buNone/>
              <a:defRPr sz="2000" b="1" i="0">
                <a:solidFill>
                  <a:schemeClr val="tx1"/>
                </a:solidFill>
                <a:latin typeface="DM Sans SemiBold" pitchFamily="2" charset="77"/>
              </a:defRPr>
            </a:lvl1pPr>
          </a:lstStyle>
          <a:p>
            <a:pPr lvl="0"/>
            <a:r>
              <a:rPr lang="en-GB"/>
              <a:t>Lorem </a:t>
            </a:r>
            <a:r>
              <a:rPr lang="en-GB" err="1"/>
              <a:t>ipsem</a:t>
            </a:r>
            <a:endParaRPr lang="en-GB"/>
          </a:p>
        </p:txBody>
      </p:sp>
      <p:sp>
        <p:nvSpPr>
          <p:cNvPr id="21" name="Text Placeholder 11">
            <a:extLst>
              <a:ext uri="{FF2B5EF4-FFF2-40B4-BE49-F238E27FC236}">
                <a16:creationId xmlns:a16="http://schemas.microsoft.com/office/drawing/2014/main" id="{CB2EC42C-F2A4-2B6D-DCB1-5175E93469CB}"/>
              </a:ext>
            </a:extLst>
          </p:cNvPr>
          <p:cNvSpPr>
            <a:spLocks noGrp="1"/>
          </p:cNvSpPr>
          <p:nvPr>
            <p:ph type="body" sz="quarter" idx="40" hasCustomPrompt="1"/>
          </p:nvPr>
        </p:nvSpPr>
        <p:spPr>
          <a:xfrm>
            <a:off x="4388166" y="5030256"/>
            <a:ext cx="3334222" cy="802766"/>
          </a:xfrm>
          <a:prstGeom prst="rect">
            <a:avLst/>
          </a:prstGeom>
        </p:spPr>
        <p:txBody>
          <a:bodyPr lIns="0"/>
          <a:lstStyle>
            <a:lvl1pPr marL="0" indent="0">
              <a:buNone/>
              <a:defRPr lang="en-US" sz="1000" b="0" i="0" kern="1200" dirty="0">
                <a:solidFill>
                  <a:schemeClr val="tx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23" name="Text Placeholder 42">
            <a:extLst>
              <a:ext uri="{FF2B5EF4-FFF2-40B4-BE49-F238E27FC236}">
                <a16:creationId xmlns:a16="http://schemas.microsoft.com/office/drawing/2014/main" id="{08A33F0E-4EAF-E16A-FDD7-CCE5A81318DD}"/>
              </a:ext>
            </a:extLst>
          </p:cNvPr>
          <p:cNvSpPr>
            <a:spLocks noGrp="1"/>
          </p:cNvSpPr>
          <p:nvPr>
            <p:ph type="body" sz="quarter" idx="45" hasCustomPrompt="1"/>
          </p:nvPr>
        </p:nvSpPr>
        <p:spPr>
          <a:xfrm>
            <a:off x="4382253" y="4688249"/>
            <a:ext cx="2226891" cy="334962"/>
          </a:xfrm>
          <a:prstGeom prst="rect">
            <a:avLst/>
          </a:prstGeom>
        </p:spPr>
        <p:txBody>
          <a:bodyPr lIns="0"/>
          <a:lstStyle>
            <a:lvl1pPr marL="0" indent="0">
              <a:buNone/>
              <a:defRPr sz="2000" b="1" i="0">
                <a:solidFill>
                  <a:schemeClr val="tx1"/>
                </a:solidFill>
                <a:latin typeface="DM Sans SemiBold" pitchFamily="2" charset="77"/>
              </a:defRPr>
            </a:lvl1pPr>
          </a:lstStyle>
          <a:p>
            <a:pPr lvl="0"/>
            <a:r>
              <a:rPr lang="en-GB"/>
              <a:t>Lorem </a:t>
            </a:r>
            <a:r>
              <a:rPr lang="en-GB" err="1"/>
              <a:t>ipsem</a:t>
            </a:r>
            <a:endParaRPr lang="en-GB"/>
          </a:p>
        </p:txBody>
      </p:sp>
      <p:sp>
        <p:nvSpPr>
          <p:cNvPr id="26" name="Text Placeholder 11">
            <a:extLst>
              <a:ext uri="{FF2B5EF4-FFF2-40B4-BE49-F238E27FC236}">
                <a16:creationId xmlns:a16="http://schemas.microsoft.com/office/drawing/2014/main" id="{6EF6DD33-2DB3-8F28-1E9C-ED47CC3D07E4}"/>
              </a:ext>
            </a:extLst>
          </p:cNvPr>
          <p:cNvSpPr>
            <a:spLocks noGrp="1"/>
          </p:cNvSpPr>
          <p:nvPr>
            <p:ph type="body" sz="quarter" idx="42" hasCustomPrompt="1"/>
          </p:nvPr>
        </p:nvSpPr>
        <p:spPr>
          <a:xfrm>
            <a:off x="8374471" y="5009373"/>
            <a:ext cx="3367937" cy="802766"/>
          </a:xfrm>
          <a:prstGeom prst="rect">
            <a:avLst/>
          </a:prstGeom>
        </p:spPr>
        <p:txBody>
          <a:bodyPr lIns="0"/>
          <a:lstStyle>
            <a:lvl1pPr marL="0" indent="0">
              <a:buNone/>
              <a:defRPr lang="en-US" sz="1000" b="0" i="0" kern="1200" dirty="0">
                <a:solidFill>
                  <a:schemeClr val="tx1"/>
                </a:solidFill>
                <a:effectLst/>
                <a:latin typeface="DM Sans ExtraLight" pitchFamily="2" charset="77"/>
                <a:ea typeface="+mn-ea"/>
                <a:cs typeface="+mn-cs"/>
              </a:defRPr>
            </a:lvl1pPr>
            <a:lvl2pPr>
              <a:defRPr sz="6000"/>
            </a:lvl2pPr>
            <a:lvl3pPr>
              <a:defRPr sz="6000"/>
            </a:lvl3pPr>
            <a:lvl4pPr>
              <a:defRPr sz="6000"/>
            </a:lvl4pPr>
            <a:lvl5pPr>
              <a:defRPr sz="6000"/>
            </a:lvl5pPr>
          </a:lstStyle>
          <a:p>
            <a:pPr lvl="0"/>
            <a:r>
              <a:rPr lang="en-GB" sz="1200"/>
              <a:t>Lorem ipsum </a:t>
            </a:r>
            <a:r>
              <a:rPr lang="en-GB" sz="1200" err="1"/>
              <a:t>dolor</a:t>
            </a:r>
            <a:r>
              <a:rPr lang="en-GB" sz="1200"/>
              <a:t> sit </a:t>
            </a:r>
            <a:r>
              <a:rPr lang="en-GB" sz="1200" err="1"/>
              <a:t>amet</a:t>
            </a:r>
            <a:r>
              <a:rPr lang="en-GB" sz="1200"/>
              <a:t>, </a:t>
            </a:r>
            <a:r>
              <a:rPr lang="en-GB" sz="1200" err="1"/>
              <a:t>consectetur</a:t>
            </a:r>
            <a:r>
              <a:rPr lang="en-GB" sz="1200"/>
              <a:t> </a:t>
            </a:r>
            <a:r>
              <a:rPr lang="en-GB" sz="1200" err="1"/>
              <a:t>adipiscing</a:t>
            </a:r>
            <a:r>
              <a:rPr lang="en-GB" sz="1200"/>
              <a:t> </a:t>
            </a:r>
            <a:r>
              <a:rPr lang="en-GB" sz="1200" err="1"/>
              <a:t>elit</a:t>
            </a:r>
            <a:r>
              <a:rPr lang="en-GB" sz="1200"/>
              <a:t>, </a:t>
            </a:r>
            <a:r>
              <a:rPr lang="en-GB" sz="1200" err="1"/>
              <a:t>sed</a:t>
            </a:r>
            <a:r>
              <a:rPr lang="en-GB" sz="1200"/>
              <a:t> do </a:t>
            </a:r>
            <a:r>
              <a:rPr lang="en-GB" sz="1200" err="1"/>
              <a:t>eiusmod</a:t>
            </a:r>
            <a:r>
              <a:rPr lang="en-GB" sz="1200"/>
              <a:t> </a:t>
            </a:r>
            <a:r>
              <a:rPr lang="en-GB" sz="1200" err="1"/>
              <a:t>tempor</a:t>
            </a:r>
            <a:r>
              <a:rPr lang="en-GB" sz="1200"/>
              <a:t> </a:t>
            </a:r>
            <a:r>
              <a:rPr lang="en-GB" sz="1200" err="1"/>
              <a:t>incididunt</a:t>
            </a:r>
            <a:r>
              <a:rPr lang="en-GB" sz="1200"/>
              <a:t> </a:t>
            </a:r>
            <a:r>
              <a:rPr lang="en-GB" sz="1200" err="1"/>
              <a:t>ut</a:t>
            </a:r>
            <a:r>
              <a:rPr lang="en-GB" sz="1200"/>
              <a:t> labore et dolore.</a:t>
            </a:r>
          </a:p>
        </p:txBody>
      </p:sp>
      <p:sp>
        <p:nvSpPr>
          <p:cNvPr id="39" name="Text Placeholder 42">
            <a:extLst>
              <a:ext uri="{FF2B5EF4-FFF2-40B4-BE49-F238E27FC236}">
                <a16:creationId xmlns:a16="http://schemas.microsoft.com/office/drawing/2014/main" id="{46A0BBA9-131A-01A5-1AB3-2E4B1F40F44D}"/>
              </a:ext>
            </a:extLst>
          </p:cNvPr>
          <p:cNvSpPr>
            <a:spLocks noGrp="1"/>
          </p:cNvSpPr>
          <p:nvPr>
            <p:ph type="body" sz="quarter" idx="43" hasCustomPrompt="1"/>
          </p:nvPr>
        </p:nvSpPr>
        <p:spPr>
          <a:xfrm>
            <a:off x="8368559" y="4667366"/>
            <a:ext cx="2226891" cy="334962"/>
          </a:xfrm>
          <a:prstGeom prst="rect">
            <a:avLst/>
          </a:prstGeom>
        </p:spPr>
        <p:txBody>
          <a:bodyPr lIns="0"/>
          <a:lstStyle>
            <a:lvl1pPr marL="0" indent="0">
              <a:buNone/>
              <a:defRPr sz="2000" b="1" i="0">
                <a:solidFill>
                  <a:schemeClr val="tx1"/>
                </a:solidFill>
                <a:latin typeface="DM Sans SemiBold" pitchFamily="2" charset="77"/>
              </a:defRPr>
            </a:lvl1pPr>
          </a:lstStyle>
          <a:p>
            <a:pPr lvl="0"/>
            <a:r>
              <a:rPr lang="en-GB"/>
              <a:t>Lorem </a:t>
            </a:r>
            <a:r>
              <a:rPr lang="en-GB" err="1"/>
              <a:t>ipsem</a:t>
            </a:r>
            <a:endParaRPr lang="en-GB"/>
          </a:p>
        </p:txBody>
      </p:sp>
      <p:sp>
        <p:nvSpPr>
          <p:cNvPr id="24" name="TextBox 23">
            <a:extLst>
              <a:ext uri="{FF2B5EF4-FFF2-40B4-BE49-F238E27FC236}">
                <a16:creationId xmlns:a16="http://schemas.microsoft.com/office/drawing/2014/main" id="{C405C470-F686-9B2E-5EFD-5B1279F1BBBB}"/>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25" name="Straight Connector 24">
            <a:extLst>
              <a:ext uri="{FF2B5EF4-FFF2-40B4-BE49-F238E27FC236}">
                <a16:creationId xmlns:a16="http://schemas.microsoft.com/office/drawing/2014/main" id="{D5F89F54-1EEA-1012-67E7-14DC51D95222}"/>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4485403-C915-BBF4-2649-D5FDE59B3A7F}"/>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29" name="TextBox 28">
            <a:extLst>
              <a:ext uri="{FF2B5EF4-FFF2-40B4-BE49-F238E27FC236}">
                <a16:creationId xmlns:a16="http://schemas.microsoft.com/office/drawing/2014/main" id="{C892B93C-A4F1-FD7F-3683-F009174EF50A}"/>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126241021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itle Slide">
    <p:spTree>
      <p:nvGrpSpPr>
        <p:cNvPr id="1" name=""/>
        <p:cNvGrpSpPr/>
        <p:nvPr/>
      </p:nvGrpSpPr>
      <p:grpSpPr>
        <a:xfrm>
          <a:off x="0" y="0"/>
          <a:ext cx="0" cy="0"/>
          <a:chOff x="0" y="0"/>
          <a:chExt cx="0" cy="0"/>
        </a:xfrm>
      </p:grpSpPr>
      <p:pic>
        <p:nvPicPr>
          <p:cNvPr id="2" name="Picture 1" descr="A blue and green gradient&#10;&#10;AI-generated content may be incorrect.">
            <a:extLst>
              <a:ext uri="{FF2B5EF4-FFF2-40B4-BE49-F238E27FC236}">
                <a16:creationId xmlns:a16="http://schemas.microsoft.com/office/drawing/2014/main" id="{A63C9DD4-BCFA-2ADE-BAFF-819FD51C1111}"/>
              </a:ext>
            </a:extLst>
          </p:cNvPr>
          <p:cNvPicPr>
            <a:picLocks noGrp="1" noRot="1" noChangeAspect="1" noMove="1" noResize="1" noEditPoints="1" noAdjustHandles="1" noChangeArrowheads="1" noChangeShapeType="1" noCrop="1"/>
          </p:cNvPicPr>
          <p:nvPr userDrawn="1"/>
        </p:nvPicPr>
        <p:blipFill>
          <a:blip r:embed="rId2">
            <a:alphaModFix amt="78000"/>
          </a:blip>
          <a:srcRect t="17259" r="33748" b="16515"/>
          <a:stretch/>
        </p:blipFill>
        <p:spPr>
          <a:xfrm>
            <a:off x="0" y="-1"/>
            <a:ext cx="12192000" cy="6858001"/>
          </a:xfrm>
          <a:prstGeom prst="rect">
            <a:avLst/>
          </a:prstGeom>
        </p:spPr>
      </p:pic>
      <p:sp>
        <p:nvSpPr>
          <p:cNvPr id="35" name="Rounded Rectangle 34">
            <a:extLst>
              <a:ext uri="{FF2B5EF4-FFF2-40B4-BE49-F238E27FC236}">
                <a16:creationId xmlns:a16="http://schemas.microsoft.com/office/drawing/2014/main" id="{BF935969-9E5B-8A5F-FA93-463995E88037}"/>
              </a:ext>
            </a:extLst>
          </p:cNvPr>
          <p:cNvSpPr/>
          <p:nvPr userDrawn="1"/>
        </p:nvSpPr>
        <p:spPr>
          <a:xfrm>
            <a:off x="5037000" y="52049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9" name="Picture 8" descr="A blue green and white logo&#10;&#10;AI-generated content may be incorrect.">
            <a:extLst>
              <a:ext uri="{FF2B5EF4-FFF2-40B4-BE49-F238E27FC236}">
                <a16:creationId xmlns:a16="http://schemas.microsoft.com/office/drawing/2014/main" id="{E87896F0-BF26-9079-6C89-FEC85EDB149C}"/>
              </a:ext>
            </a:extLst>
          </p:cNvPr>
          <p:cNvPicPr>
            <a:picLocks noChangeAspect="1"/>
          </p:cNvPicPr>
          <p:nvPr userDrawn="1"/>
        </p:nvPicPr>
        <p:blipFill>
          <a:blip r:embed="rId3"/>
          <a:stretch>
            <a:fillRect/>
          </a:stretch>
        </p:blipFill>
        <p:spPr>
          <a:xfrm>
            <a:off x="11552743" y="6168835"/>
            <a:ext cx="342227" cy="384365"/>
          </a:xfrm>
          <a:prstGeom prst="rect">
            <a:avLst/>
          </a:prstGeom>
        </p:spPr>
      </p:pic>
      <p:sp>
        <p:nvSpPr>
          <p:cNvPr id="19" name="Rounded Rectangle 18">
            <a:extLst>
              <a:ext uri="{FF2B5EF4-FFF2-40B4-BE49-F238E27FC236}">
                <a16:creationId xmlns:a16="http://schemas.microsoft.com/office/drawing/2014/main" id="{89288B6D-D5C0-980E-E00C-084ABD5B8B83}"/>
              </a:ext>
            </a:extLst>
          </p:cNvPr>
          <p:cNvSpPr/>
          <p:nvPr userDrawn="1"/>
        </p:nvSpPr>
        <p:spPr>
          <a:xfrm>
            <a:off x="7140120" y="52049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7" name="Rounded Rectangle 26">
            <a:extLst>
              <a:ext uri="{FF2B5EF4-FFF2-40B4-BE49-F238E27FC236}">
                <a16:creationId xmlns:a16="http://schemas.microsoft.com/office/drawing/2014/main" id="{29402132-46D5-2D3D-B861-4FF16A2F68EF}"/>
              </a:ext>
            </a:extLst>
          </p:cNvPr>
          <p:cNvSpPr/>
          <p:nvPr userDrawn="1"/>
        </p:nvSpPr>
        <p:spPr>
          <a:xfrm>
            <a:off x="9263560" y="52049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Rounded Rectangle 35">
            <a:extLst>
              <a:ext uri="{FF2B5EF4-FFF2-40B4-BE49-F238E27FC236}">
                <a16:creationId xmlns:a16="http://schemas.microsoft.com/office/drawing/2014/main" id="{4732370A-1750-C0F0-FCD1-00458B6C0D0B}"/>
              </a:ext>
            </a:extLst>
          </p:cNvPr>
          <p:cNvSpPr/>
          <p:nvPr userDrawn="1"/>
        </p:nvSpPr>
        <p:spPr>
          <a:xfrm>
            <a:off x="5037000" y="254233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3" name="Rounded Rectangle 42">
            <a:extLst>
              <a:ext uri="{FF2B5EF4-FFF2-40B4-BE49-F238E27FC236}">
                <a16:creationId xmlns:a16="http://schemas.microsoft.com/office/drawing/2014/main" id="{261E1EDF-5060-E8AB-7598-11A01FA0143F}"/>
              </a:ext>
            </a:extLst>
          </p:cNvPr>
          <p:cNvSpPr/>
          <p:nvPr userDrawn="1"/>
        </p:nvSpPr>
        <p:spPr>
          <a:xfrm>
            <a:off x="9263560" y="254233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1" name="Rounded Rectangle 50">
            <a:extLst>
              <a:ext uri="{FF2B5EF4-FFF2-40B4-BE49-F238E27FC236}">
                <a16:creationId xmlns:a16="http://schemas.microsoft.com/office/drawing/2014/main" id="{20FD72DA-6EEB-AE41-0F7B-2471C2BB543A}"/>
              </a:ext>
            </a:extLst>
          </p:cNvPr>
          <p:cNvSpPr/>
          <p:nvPr userDrawn="1"/>
        </p:nvSpPr>
        <p:spPr>
          <a:xfrm>
            <a:off x="7140120" y="254233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6" name="Rounded Rectangle 55">
            <a:extLst>
              <a:ext uri="{FF2B5EF4-FFF2-40B4-BE49-F238E27FC236}">
                <a16:creationId xmlns:a16="http://schemas.microsoft.com/office/drawing/2014/main" id="{DEA3E454-4A3A-1265-60B6-7AE7A3E0B447}"/>
              </a:ext>
            </a:extLst>
          </p:cNvPr>
          <p:cNvSpPr/>
          <p:nvPr userDrawn="1"/>
        </p:nvSpPr>
        <p:spPr>
          <a:xfrm>
            <a:off x="7140120" y="456417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0" name="Rounded Rectangle 59">
            <a:extLst>
              <a:ext uri="{FF2B5EF4-FFF2-40B4-BE49-F238E27FC236}">
                <a16:creationId xmlns:a16="http://schemas.microsoft.com/office/drawing/2014/main" id="{ACF7A935-56F1-7974-FDCE-442613634A2C}"/>
              </a:ext>
            </a:extLst>
          </p:cNvPr>
          <p:cNvSpPr/>
          <p:nvPr userDrawn="1"/>
        </p:nvSpPr>
        <p:spPr>
          <a:xfrm>
            <a:off x="5037000" y="456417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1" name="Rounded Rectangle 80">
            <a:extLst>
              <a:ext uri="{FF2B5EF4-FFF2-40B4-BE49-F238E27FC236}">
                <a16:creationId xmlns:a16="http://schemas.microsoft.com/office/drawing/2014/main" id="{2B5C3478-001B-2005-BF94-F502737ED34D}"/>
              </a:ext>
            </a:extLst>
          </p:cNvPr>
          <p:cNvSpPr/>
          <p:nvPr userDrawn="1"/>
        </p:nvSpPr>
        <p:spPr>
          <a:xfrm>
            <a:off x="9263560" y="4564177"/>
            <a:ext cx="1960700" cy="1794608"/>
          </a:xfrm>
          <a:prstGeom prst="roundRect">
            <a:avLst/>
          </a:prstGeom>
          <a:solidFill>
            <a:srgbClr val="018E9A">
              <a:alpha val="10000"/>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5" name="Text Placeholder 11">
            <a:extLst>
              <a:ext uri="{FF2B5EF4-FFF2-40B4-BE49-F238E27FC236}">
                <a16:creationId xmlns:a16="http://schemas.microsoft.com/office/drawing/2014/main" id="{B491D935-D410-3B3B-ABC2-3B4911DA9E20}"/>
              </a:ext>
            </a:extLst>
          </p:cNvPr>
          <p:cNvSpPr>
            <a:spLocks noGrp="1"/>
          </p:cNvSpPr>
          <p:nvPr>
            <p:ph type="body" sz="quarter" idx="11" hasCustomPrompt="1"/>
          </p:nvPr>
        </p:nvSpPr>
        <p:spPr>
          <a:xfrm>
            <a:off x="314552" y="2115778"/>
            <a:ext cx="2824828" cy="490643"/>
          </a:xfrm>
          <a:prstGeom prst="rect">
            <a:avLst/>
          </a:prstGeom>
        </p:spPr>
        <p:txBody>
          <a:bodyPr lIns="0"/>
          <a:lstStyle>
            <a:lvl1pPr marL="0" indent="0">
              <a:buNone/>
              <a:defRPr sz="44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Click to edit title</a:t>
            </a:r>
          </a:p>
        </p:txBody>
      </p:sp>
      <p:sp>
        <p:nvSpPr>
          <p:cNvPr id="65" name="Text Placeholder 11">
            <a:extLst>
              <a:ext uri="{FF2B5EF4-FFF2-40B4-BE49-F238E27FC236}">
                <a16:creationId xmlns:a16="http://schemas.microsoft.com/office/drawing/2014/main" id="{AF333718-1738-875A-76F8-0DE881CD7F8F}"/>
              </a:ext>
            </a:extLst>
          </p:cNvPr>
          <p:cNvSpPr>
            <a:spLocks noGrp="1"/>
          </p:cNvSpPr>
          <p:nvPr>
            <p:ph type="body" sz="quarter" idx="12" hasCustomPrompt="1"/>
          </p:nvPr>
        </p:nvSpPr>
        <p:spPr>
          <a:xfrm>
            <a:off x="316262" y="3479116"/>
            <a:ext cx="3820739" cy="802766"/>
          </a:xfrm>
          <a:prstGeom prst="rect">
            <a:avLst/>
          </a:prstGeom>
        </p:spPr>
        <p:txBody>
          <a:bodyPr lIns="0"/>
          <a:lstStyle>
            <a:lvl1pPr marL="0" indent="0">
              <a:lnSpc>
                <a:spcPct val="100000"/>
              </a:lnSpc>
              <a:buNone/>
              <a:defRPr sz="1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66" name="Text Placeholder 42">
            <a:extLst>
              <a:ext uri="{FF2B5EF4-FFF2-40B4-BE49-F238E27FC236}">
                <a16:creationId xmlns:a16="http://schemas.microsoft.com/office/drawing/2014/main" id="{A6E04D19-A609-BE1D-3C0A-E9A5CED0F85D}"/>
              </a:ext>
            </a:extLst>
          </p:cNvPr>
          <p:cNvSpPr>
            <a:spLocks noGrp="1"/>
          </p:cNvSpPr>
          <p:nvPr>
            <p:ph type="body" sz="quarter" idx="14" hasCustomPrompt="1"/>
          </p:nvPr>
        </p:nvSpPr>
        <p:spPr>
          <a:xfrm>
            <a:off x="5141240" y="675324"/>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67" name="Text Placeholder 42">
            <a:extLst>
              <a:ext uri="{FF2B5EF4-FFF2-40B4-BE49-F238E27FC236}">
                <a16:creationId xmlns:a16="http://schemas.microsoft.com/office/drawing/2014/main" id="{DB78D9BC-B5AF-7CE8-6EA5-99CFA5A3C094}"/>
              </a:ext>
            </a:extLst>
          </p:cNvPr>
          <p:cNvSpPr>
            <a:spLocks noGrp="1"/>
          </p:cNvSpPr>
          <p:nvPr>
            <p:ph type="body" sz="quarter" idx="20" hasCustomPrompt="1"/>
          </p:nvPr>
        </p:nvSpPr>
        <p:spPr>
          <a:xfrm>
            <a:off x="5141240" y="2693311"/>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68" name="Text Placeholder 42">
            <a:extLst>
              <a:ext uri="{FF2B5EF4-FFF2-40B4-BE49-F238E27FC236}">
                <a16:creationId xmlns:a16="http://schemas.microsoft.com/office/drawing/2014/main" id="{42E1CE8C-9372-E2BE-852D-CFCB91D45FCA}"/>
              </a:ext>
            </a:extLst>
          </p:cNvPr>
          <p:cNvSpPr>
            <a:spLocks noGrp="1"/>
          </p:cNvSpPr>
          <p:nvPr>
            <p:ph type="body" sz="quarter" idx="30" hasCustomPrompt="1"/>
          </p:nvPr>
        </p:nvSpPr>
        <p:spPr>
          <a:xfrm>
            <a:off x="5141240" y="4641381"/>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69" name="Text Placeholder 42">
            <a:extLst>
              <a:ext uri="{FF2B5EF4-FFF2-40B4-BE49-F238E27FC236}">
                <a16:creationId xmlns:a16="http://schemas.microsoft.com/office/drawing/2014/main" id="{148273CF-ED8C-1C21-5E85-F6B3581F546A}"/>
              </a:ext>
            </a:extLst>
          </p:cNvPr>
          <p:cNvSpPr>
            <a:spLocks noGrp="1"/>
          </p:cNvSpPr>
          <p:nvPr>
            <p:ph type="body" sz="quarter" idx="32" hasCustomPrompt="1"/>
          </p:nvPr>
        </p:nvSpPr>
        <p:spPr>
          <a:xfrm>
            <a:off x="7238953" y="675324"/>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70" name="Text Placeholder 42">
            <a:extLst>
              <a:ext uri="{FF2B5EF4-FFF2-40B4-BE49-F238E27FC236}">
                <a16:creationId xmlns:a16="http://schemas.microsoft.com/office/drawing/2014/main" id="{F049AEA1-CAB5-D73A-3CD9-E4729F73C61E}"/>
              </a:ext>
            </a:extLst>
          </p:cNvPr>
          <p:cNvSpPr>
            <a:spLocks noGrp="1"/>
          </p:cNvSpPr>
          <p:nvPr>
            <p:ph type="body" sz="quarter" idx="34" hasCustomPrompt="1"/>
          </p:nvPr>
        </p:nvSpPr>
        <p:spPr>
          <a:xfrm>
            <a:off x="7238953" y="2693311"/>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71" name="Text Placeholder 42">
            <a:extLst>
              <a:ext uri="{FF2B5EF4-FFF2-40B4-BE49-F238E27FC236}">
                <a16:creationId xmlns:a16="http://schemas.microsoft.com/office/drawing/2014/main" id="{BE55515F-35CE-AB31-E223-06A5B4E63A0F}"/>
              </a:ext>
            </a:extLst>
          </p:cNvPr>
          <p:cNvSpPr>
            <a:spLocks noGrp="1"/>
          </p:cNvSpPr>
          <p:nvPr>
            <p:ph type="body" sz="quarter" idx="36" hasCustomPrompt="1"/>
          </p:nvPr>
        </p:nvSpPr>
        <p:spPr>
          <a:xfrm>
            <a:off x="7238953" y="4641381"/>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72" name="Text Placeholder 42">
            <a:extLst>
              <a:ext uri="{FF2B5EF4-FFF2-40B4-BE49-F238E27FC236}">
                <a16:creationId xmlns:a16="http://schemas.microsoft.com/office/drawing/2014/main" id="{EF459FFC-031A-715C-8EB9-317FD0CDAE1B}"/>
              </a:ext>
            </a:extLst>
          </p:cNvPr>
          <p:cNvSpPr>
            <a:spLocks noGrp="1"/>
          </p:cNvSpPr>
          <p:nvPr>
            <p:ph type="body" sz="quarter" idx="38" hasCustomPrompt="1"/>
          </p:nvPr>
        </p:nvSpPr>
        <p:spPr>
          <a:xfrm>
            <a:off x="9337260" y="675324"/>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73" name="Text Placeholder 42">
            <a:extLst>
              <a:ext uri="{FF2B5EF4-FFF2-40B4-BE49-F238E27FC236}">
                <a16:creationId xmlns:a16="http://schemas.microsoft.com/office/drawing/2014/main" id="{C30ABC93-6630-D4BA-14D3-81C432EF195C}"/>
              </a:ext>
            </a:extLst>
          </p:cNvPr>
          <p:cNvSpPr>
            <a:spLocks noGrp="1"/>
          </p:cNvSpPr>
          <p:nvPr>
            <p:ph type="body" sz="quarter" idx="40" hasCustomPrompt="1"/>
          </p:nvPr>
        </p:nvSpPr>
        <p:spPr>
          <a:xfrm>
            <a:off x="9337260" y="2693311"/>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74" name="Text Placeholder 42">
            <a:extLst>
              <a:ext uri="{FF2B5EF4-FFF2-40B4-BE49-F238E27FC236}">
                <a16:creationId xmlns:a16="http://schemas.microsoft.com/office/drawing/2014/main" id="{C32D56AE-6A0B-6ED4-C5D8-B9AC5E07E6D9}"/>
              </a:ext>
            </a:extLst>
          </p:cNvPr>
          <p:cNvSpPr>
            <a:spLocks noGrp="1"/>
          </p:cNvSpPr>
          <p:nvPr>
            <p:ph type="body" sz="quarter" idx="42" hasCustomPrompt="1"/>
          </p:nvPr>
        </p:nvSpPr>
        <p:spPr>
          <a:xfrm>
            <a:off x="9337260" y="4641381"/>
            <a:ext cx="1469675" cy="334962"/>
          </a:xfrm>
          <a:prstGeom prst="rect">
            <a:avLst/>
          </a:prstGeom>
        </p:spPr>
        <p:txBody>
          <a:bodyPr lIns="0"/>
          <a:lstStyle>
            <a:lvl1pPr marL="0" indent="0">
              <a:buNone/>
              <a:defRPr sz="1600" b="1" i="0">
                <a:solidFill>
                  <a:schemeClr val="tx1"/>
                </a:solidFill>
                <a:latin typeface="DM Sans SemiBold" pitchFamily="2" charset="77"/>
              </a:defRPr>
            </a:lvl1pPr>
          </a:lstStyle>
          <a:p>
            <a:pPr lvl="0"/>
            <a:r>
              <a:rPr lang="en-GB"/>
              <a:t>Lorem </a:t>
            </a:r>
            <a:r>
              <a:rPr lang="en-GB" err="1"/>
              <a:t>ipsem</a:t>
            </a:r>
            <a:endParaRPr lang="en-GB"/>
          </a:p>
        </p:txBody>
      </p:sp>
      <p:sp>
        <p:nvSpPr>
          <p:cNvPr id="75" name="Text Placeholder 11">
            <a:extLst>
              <a:ext uri="{FF2B5EF4-FFF2-40B4-BE49-F238E27FC236}">
                <a16:creationId xmlns:a16="http://schemas.microsoft.com/office/drawing/2014/main" id="{780246D9-464B-EDC0-DBE6-6E6C84D666C8}"/>
              </a:ext>
            </a:extLst>
          </p:cNvPr>
          <p:cNvSpPr>
            <a:spLocks noGrp="1"/>
          </p:cNvSpPr>
          <p:nvPr>
            <p:ph type="body" sz="quarter" idx="43" hasCustomPrompt="1"/>
          </p:nvPr>
        </p:nvSpPr>
        <p:spPr>
          <a:xfrm>
            <a:off x="5167242" y="1130093"/>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1200">
              <a:solidFill>
                <a:schemeClr val="bg1"/>
              </a:solidFill>
              <a:latin typeface="Myriad Pro Light" panose="020B0403030403020204" pitchFamily="34" charset="0"/>
            </a:endParaRPr>
          </a:p>
        </p:txBody>
      </p:sp>
      <p:sp>
        <p:nvSpPr>
          <p:cNvPr id="76" name="Text Placeholder 11">
            <a:extLst>
              <a:ext uri="{FF2B5EF4-FFF2-40B4-BE49-F238E27FC236}">
                <a16:creationId xmlns:a16="http://schemas.microsoft.com/office/drawing/2014/main" id="{CC8492A7-5690-1B2B-5E01-2F85C04C032A}"/>
              </a:ext>
            </a:extLst>
          </p:cNvPr>
          <p:cNvSpPr>
            <a:spLocks noGrp="1"/>
          </p:cNvSpPr>
          <p:nvPr>
            <p:ph type="body" sz="quarter" idx="44" hasCustomPrompt="1"/>
          </p:nvPr>
        </p:nvSpPr>
        <p:spPr>
          <a:xfrm>
            <a:off x="7234247" y="1130093"/>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77" name="Text Placeholder 11">
            <a:extLst>
              <a:ext uri="{FF2B5EF4-FFF2-40B4-BE49-F238E27FC236}">
                <a16:creationId xmlns:a16="http://schemas.microsoft.com/office/drawing/2014/main" id="{227C9A52-0E60-9FF8-3CE8-C7DA11C60399}"/>
              </a:ext>
            </a:extLst>
          </p:cNvPr>
          <p:cNvSpPr>
            <a:spLocks noGrp="1"/>
          </p:cNvSpPr>
          <p:nvPr>
            <p:ph type="body" sz="quarter" idx="45" hasCustomPrompt="1"/>
          </p:nvPr>
        </p:nvSpPr>
        <p:spPr>
          <a:xfrm>
            <a:off x="9353821" y="1130093"/>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78" name="Text Placeholder 11">
            <a:extLst>
              <a:ext uri="{FF2B5EF4-FFF2-40B4-BE49-F238E27FC236}">
                <a16:creationId xmlns:a16="http://schemas.microsoft.com/office/drawing/2014/main" id="{49373BB1-0002-4D55-6135-DB70DBB9B41D}"/>
              </a:ext>
            </a:extLst>
          </p:cNvPr>
          <p:cNvSpPr>
            <a:spLocks noGrp="1"/>
          </p:cNvSpPr>
          <p:nvPr>
            <p:ph type="body" sz="quarter" idx="46" hasCustomPrompt="1"/>
          </p:nvPr>
        </p:nvSpPr>
        <p:spPr>
          <a:xfrm>
            <a:off x="5141240" y="3143331"/>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79" name="Text Placeholder 11">
            <a:extLst>
              <a:ext uri="{FF2B5EF4-FFF2-40B4-BE49-F238E27FC236}">
                <a16:creationId xmlns:a16="http://schemas.microsoft.com/office/drawing/2014/main" id="{55670465-EB06-DAF7-742C-3BA8B77B583B}"/>
              </a:ext>
            </a:extLst>
          </p:cNvPr>
          <p:cNvSpPr>
            <a:spLocks noGrp="1"/>
          </p:cNvSpPr>
          <p:nvPr>
            <p:ph type="body" sz="quarter" idx="47" hasCustomPrompt="1"/>
          </p:nvPr>
        </p:nvSpPr>
        <p:spPr>
          <a:xfrm>
            <a:off x="7208245" y="3143331"/>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80" name="Text Placeholder 11">
            <a:extLst>
              <a:ext uri="{FF2B5EF4-FFF2-40B4-BE49-F238E27FC236}">
                <a16:creationId xmlns:a16="http://schemas.microsoft.com/office/drawing/2014/main" id="{C45F94DC-C0B2-8278-8B77-D7DC9F005AC2}"/>
              </a:ext>
            </a:extLst>
          </p:cNvPr>
          <p:cNvSpPr>
            <a:spLocks noGrp="1"/>
          </p:cNvSpPr>
          <p:nvPr>
            <p:ph type="body" sz="quarter" idx="48" hasCustomPrompt="1"/>
          </p:nvPr>
        </p:nvSpPr>
        <p:spPr>
          <a:xfrm>
            <a:off x="9327819" y="3143331"/>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85" name="Text Placeholder 11">
            <a:extLst>
              <a:ext uri="{FF2B5EF4-FFF2-40B4-BE49-F238E27FC236}">
                <a16:creationId xmlns:a16="http://schemas.microsoft.com/office/drawing/2014/main" id="{4CFF442D-A226-BECF-D8E9-A52DD7D5B44D}"/>
              </a:ext>
            </a:extLst>
          </p:cNvPr>
          <p:cNvSpPr>
            <a:spLocks noGrp="1"/>
          </p:cNvSpPr>
          <p:nvPr>
            <p:ph type="body" sz="quarter" idx="49" hasCustomPrompt="1"/>
          </p:nvPr>
        </p:nvSpPr>
        <p:spPr>
          <a:xfrm>
            <a:off x="5141240" y="5091401"/>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86" name="Text Placeholder 11">
            <a:extLst>
              <a:ext uri="{FF2B5EF4-FFF2-40B4-BE49-F238E27FC236}">
                <a16:creationId xmlns:a16="http://schemas.microsoft.com/office/drawing/2014/main" id="{E969F73E-3305-9B21-E746-1541AE0C34F4}"/>
              </a:ext>
            </a:extLst>
          </p:cNvPr>
          <p:cNvSpPr>
            <a:spLocks noGrp="1"/>
          </p:cNvSpPr>
          <p:nvPr>
            <p:ph type="body" sz="quarter" idx="50" hasCustomPrompt="1"/>
          </p:nvPr>
        </p:nvSpPr>
        <p:spPr>
          <a:xfrm>
            <a:off x="7208245" y="5091401"/>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87" name="Text Placeholder 11">
            <a:extLst>
              <a:ext uri="{FF2B5EF4-FFF2-40B4-BE49-F238E27FC236}">
                <a16:creationId xmlns:a16="http://schemas.microsoft.com/office/drawing/2014/main" id="{CEBBBB37-3FB6-CA55-75BA-73077B939C48}"/>
              </a:ext>
            </a:extLst>
          </p:cNvPr>
          <p:cNvSpPr>
            <a:spLocks noGrp="1"/>
          </p:cNvSpPr>
          <p:nvPr>
            <p:ph type="body" sz="quarter" idx="51" hasCustomPrompt="1"/>
          </p:nvPr>
        </p:nvSpPr>
        <p:spPr>
          <a:xfrm>
            <a:off x="9327819" y="5091401"/>
            <a:ext cx="1559236" cy="985685"/>
          </a:xfrm>
          <a:prstGeom prst="rect">
            <a:avLst/>
          </a:prstGeom>
        </p:spPr>
        <p:txBody>
          <a:bodyPr lIns="0"/>
          <a:lstStyle>
            <a:lvl1pPr marL="0" indent="0">
              <a:buNone/>
              <a:defRPr sz="1100" b="0" i="0">
                <a:solidFill>
                  <a:schemeClr val="tx1"/>
                </a:solidFill>
                <a:latin typeface="DM Sans Thin" pitchFamily="2" charset="77"/>
              </a:defRPr>
            </a:lvl1pPr>
            <a:lvl2pPr>
              <a:defRPr sz="6000"/>
            </a:lvl2pPr>
            <a:lvl3pPr>
              <a:defRPr sz="6000"/>
            </a:lvl3pPr>
            <a:lvl4pPr>
              <a:defRPr sz="6000"/>
            </a:lvl4pPr>
            <a:lvl5pPr>
              <a:defRPr sz="6000"/>
            </a:lvl5pPr>
          </a:lstStyle>
          <a:p>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a:t>
            </a:r>
            <a:endParaRPr lang="en-US" sz="800">
              <a:solidFill>
                <a:schemeClr val="bg1"/>
              </a:solidFill>
              <a:latin typeface="Myriad Pro Light" panose="020B0403030403020204" pitchFamily="34" charset="0"/>
            </a:endParaRPr>
          </a:p>
        </p:txBody>
      </p:sp>
      <p:sp>
        <p:nvSpPr>
          <p:cNvPr id="5" name="TextBox 4">
            <a:extLst>
              <a:ext uri="{FF2B5EF4-FFF2-40B4-BE49-F238E27FC236}">
                <a16:creationId xmlns:a16="http://schemas.microsoft.com/office/drawing/2014/main" id="{5EE0D976-88D6-BC7F-57EA-F3B22EC818EC}"/>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6" name="Straight Connector 5">
            <a:extLst>
              <a:ext uri="{FF2B5EF4-FFF2-40B4-BE49-F238E27FC236}">
                <a16:creationId xmlns:a16="http://schemas.microsoft.com/office/drawing/2014/main" id="{5D4B913E-7989-1A6C-2AB7-1ABA97B0BDFB}"/>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2EC1E7A4-753C-0C56-647C-C152D9B337B8}"/>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8" name="TextBox 7">
            <a:extLst>
              <a:ext uri="{FF2B5EF4-FFF2-40B4-BE49-F238E27FC236}">
                <a16:creationId xmlns:a16="http://schemas.microsoft.com/office/drawing/2014/main" id="{13A769D4-C4FC-E7CB-DAFD-E2015E40DBE4}"/>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3592823197"/>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Title Slide">
    <p:bg>
      <p:bgPr>
        <a:solidFill>
          <a:schemeClr val="bg1"/>
        </a:solidFill>
        <a:effectLst/>
      </p:bgPr>
    </p:bg>
    <p:spTree>
      <p:nvGrpSpPr>
        <p:cNvPr id="1" name=""/>
        <p:cNvGrpSpPr/>
        <p:nvPr/>
      </p:nvGrpSpPr>
      <p:grpSpPr>
        <a:xfrm>
          <a:off x="0" y="0"/>
          <a:ext cx="0" cy="0"/>
          <a:chOff x="0" y="0"/>
          <a:chExt cx="0" cy="0"/>
        </a:xfrm>
      </p:grpSpPr>
      <p:pic>
        <p:nvPicPr>
          <p:cNvPr id="2" name="Picture 1" descr="A blue and green swirls&#10;&#10;AI-generated content may be incorrect.">
            <a:extLst>
              <a:ext uri="{FF2B5EF4-FFF2-40B4-BE49-F238E27FC236}">
                <a16:creationId xmlns:a16="http://schemas.microsoft.com/office/drawing/2014/main" id="{875A349C-C10F-1084-CE41-A9205BF3E5F1}"/>
              </a:ext>
            </a:extLst>
          </p:cNvPr>
          <p:cNvPicPr>
            <a:picLocks noChangeAspect="1"/>
          </p:cNvPicPr>
          <p:nvPr userDrawn="1"/>
        </p:nvPicPr>
        <p:blipFill>
          <a:blip r:embed="rId2">
            <a:alphaModFix amt="40000"/>
          </a:blip>
          <a:srcRect l="5925" t="5942" r="5925" b="5942"/>
          <a:stretch/>
        </p:blipFill>
        <p:spPr>
          <a:xfrm>
            <a:off x="0" y="0"/>
            <a:ext cx="12192000" cy="6858000"/>
          </a:xfrm>
          <a:prstGeom prst="rect">
            <a:avLst/>
          </a:prstGeom>
          <a:solidFill>
            <a:schemeClr val="bg1"/>
          </a:solidFill>
        </p:spPr>
      </p:pic>
      <p:sp>
        <p:nvSpPr>
          <p:cNvPr id="12" name="Oval 11">
            <a:extLst>
              <a:ext uri="{FF2B5EF4-FFF2-40B4-BE49-F238E27FC236}">
                <a16:creationId xmlns:a16="http://schemas.microsoft.com/office/drawing/2014/main" id="{AA5677C5-E3A4-BD6D-7AA9-2C830935E6FC}"/>
              </a:ext>
            </a:extLst>
          </p:cNvPr>
          <p:cNvSpPr/>
          <p:nvPr userDrawn="1"/>
        </p:nvSpPr>
        <p:spPr>
          <a:xfrm>
            <a:off x="2208349" y="1913169"/>
            <a:ext cx="781432" cy="781432"/>
          </a:xfrm>
          <a:prstGeom prst="ellipse">
            <a:avLst/>
          </a:prstGeom>
          <a:solidFill>
            <a:schemeClr val="bg1"/>
          </a:solidFill>
          <a:ln>
            <a:noFill/>
          </a:ln>
          <a:effectLst>
            <a:outerShdw blurRad="50800" dist="38100" dir="13500000" algn="br" rotWithShape="0">
              <a:prstClr val="black">
                <a:alpha val="1005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 name="TextBox 12">
            <a:extLst>
              <a:ext uri="{FF2B5EF4-FFF2-40B4-BE49-F238E27FC236}">
                <a16:creationId xmlns:a16="http://schemas.microsoft.com/office/drawing/2014/main" id="{16BB0C96-F089-F799-0ACD-F74987EED49B}"/>
              </a:ext>
            </a:extLst>
          </p:cNvPr>
          <p:cNvSpPr txBox="1"/>
          <p:nvPr userDrawn="1"/>
        </p:nvSpPr>
        <p:spPr>
          <a:xfrm>
            <a:off x="2208349" y="2022134"/>
            <a:ext cx="781432" cy="584775"/>
          </a:xfrm>
          <a:prstGeom prst="rect">
            <a:avLst/>
          </a:prstGeom>
          <a:noFill/>
        </p:spPr>
        <p:txBody>
          <a:bodyPr wrap="square" rtlCol="0">
            <a:spAutoFit/>
          </a:bodyPr>
          <a:lstStyle/>
          <a:p>
            <a:pPr algn="ctr"/>
            <a:r>
              <a:rPr lang="en-ZA" sz="3200" b="1" i="0">
                <a:effectLst/>
                <a:latin typeface="DM Sans SemiBold" pitchFamily="2" charset="77"/>
              </a:rPr>
              <a:t>01</a:t>
            </a:r>
            <a:endParaRPr lang="en-US" sz="3200" b="1" i="0">
              <a:latin typeface="DM Sans SemiBold" pitchFamily="2" charset="77"/>
            </a:endParaRPr>
          </a:p>
        </p:txBody>
      </p:sp>
      <p:sp>
        <p:nvSpPr>
          <p:cNvPr id="16" name="Oval 15">
            <a:extLst>
              <a:ext uri="{FF2B5EF4-FFF2-40B4-BE49-F238E27FC236}">
                <a16:creationId xmlns:a16="http://schemas.microsoft.com/office/drawing/2014/main" id="{EE80A246-F66C-1BB8-D5F7-E4D6B097F636}"/>
              </a:ext>
            </a:extLst>
          </p:cNvPr>
          <p:cNvSpPr/>
          <p:nvPr userDrawn="1"/>
        </p:nvSpPr>
        <p:spPr>
          <a:xfrm>
            <a:off x="5705284" y="1913169"/>
            <a:ext cx="781432" cy="781432"/>
          </a:xfrm>
          <a:prstGeom prst="ellipse">
            <a:avLst/>
          </a:prstGeom>
          <a:solidFill>
            <a:schemeClr val="bg1"/>
          </a:solidFill>
          <a:ln>
            <a:noFill/>
          </a:ln>
          <a:effectLst>
            <a:outerShdw blurRad="50800" dist="38100" dir="13500000" algn="br" rotWithShape="0">
              <a:prstClr val="black">
                <a:alpha val="1005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 name="TextBox 16">
            <a:extLst>
              <a:ext uri="{FF2B5EF4-FFF2-40B4-BE49-F238E27FC236}">
                <a16:creationId xmlns:a16="http://schemas.microsoft.com/office/drawing/2014/main" id="{7A2554BA-82E0-E1D5-316D-85DBE549243C}"/>
              </a:ext>
            </a:extLst>
          </p:cNvPr>
          <p:cNvSpPr txBox="1"/>
          <p:nvPr userDrawn="1"/>
        </p:nvSpPr>
        <p:spPr>
          <a:xfrm>
            <a:off x="5705284" y="2022134"/>
            <a:ext cx="781432" cy="584775"/>
          </a:xfrm>
          <a:prstGeom prst="rect">
            <a:avLst/>
          </a:prstGeom>
          <a:noFill/>
        </p:spPr>
        <p:txBody>
          <a:bodyPr wrap="square" rtlCol="0">
            <a:spAutoFit/>
          </a:bodyPr>
          <a:lstStyle/>
          <a:p>
            <a:pPr algn="ctr"/>
            <a:r>
              <a:rPr lang="en-ZA" sz="3200" b="1" i="0">
                <a:effectLst/>
                <a:latin typeface="DM Sans SemiBold" pitchFamily="2" charset="77"/>
              </a:rPr>
              <a:t>02</a:t>
            </a:r>
            <a:endParaRPr lang="en-US" sz="3200" b="1" i="0">
              <a:latin typeface="DM Sans SemiBold" pitchFamily="2" charset="77"/>
            </a:endParaRPr>
          </a:p>
        </p:txBody>
      </p:sp>
      <p:sp>
        <p:nvSpPr>
          <p:cNvPr id="24" name="Oval 23">
            <a:extLst>
              <a:ext uri="{FF2B5EF4-FFF2-40B4-BE49-F238E27FC236}">
                <a16:creationId xmlns:a16="http://schemas.microsoft.com/office/drawing/2014/main" id="{F5C0CACE-5209-DD0C-F652-9D84AD576873}"/>
              </a:ext>
            </a:extLst>
          </p:cNvPr>
          <p:cNvSpPr/>
          <p:nvPr userDrawn="1"/>
        </p:nvSpPr>
        <p:spPr>
          <a:xfrm>
            <a:off x="2208349" y="3898380"/>
            <a:ext cx="781432" cy="781432"/>
          </a:xfrm>
          <a:prstGeom prst="ellipse">
            <a:avLst/>
          </a:prstGeom>
          <a:solidFill>
            <a:schemeClr val="bg1"/>
          </a:solidFill>
          <a:ln>
            <a:noFill/>
          </a:ln>
          <a:effectLst>
            <a:outerShdw blurRad="50800" dist="38100" dir="13500000" algn="br" rotWithShape="0">
              <a:prstClr val="black">
                <a:alpha val="368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5" name="TextBox 24">
            <a:extLst>
              <a:ext uri="{FF2B5EF4-FFF2-40B4-BE49-F238E27FC236}">
                <a16:creationId xmlns:a16="http://schemas.microsoft.com/office/drawing/2014/main" id="{80B8319F-26EA-4AD2-FD93-E77477E5A299}"/>
              </a:ext>
            </a:extLst>
          </p:cNvPr>
          <p:cNvSpPr txBox="1"/>
          <p:nvPr userDrawn="1"/>
        </p:nvSpPr>
        <p:spPr>
          <a:xfrm>
            <a:off x="2208349" y="4007345"/>
            <a:ext cx="781432" cy="584775"/>
          </a:xfrm>
          <a:prstGeom prst="rect">
            <a:avLst/>
          </a:prstGeom>
          <a:noFill/>
        </p:spPr>
        <p:txBody>
          <a:bodyPr wrap="square" rtlCol="0">
            <a:spAutoFit/>
          </a:bodyPr>
          <a:lstStyle/>
          <a:p>
            <a:pPr algn="ctr"/>
            <a:r>
              <a:rPr lang="en-ZA" sz="3200" b="1" i="0">
                <a:effectLst/>
                <a:latin typeface="DM Sans SemiBold" pitchFamily="2" charset="77"/>
              </a:rPr>
              <a:t>04</a:t>
            </a:r>
            <a:endParaRPr lang="en-US" sz="3200" b="1" i="0">
              <a:latin typeface="DM Sans SemiBold" pitchFamily="2" charset="77"/>
            </a:endParaRPr>
          </a:p>
        </p:txBody>
      </p:sp>
      <p:sp>
        <p:nvSpPr>
          <p:cNvPr id="28" name="Oval 27">
            <a:extLst>
              <a:ext uri="{FF2B5EF4-FFF2-40B4-BE49-F238E27FC236}">
                <a16:creationId xmlns:a16="http://schemas.microsoft.com/office/drawing/2014/main" id="{2EF38212-AA93-FAEB-2A9D-0FA3672A39B4}"/>
              </a:ext>
            </a:extLst>
          </p:cNvPr>
          <p:cNvSpPr/>
          <p:nvPr userDrawn="1"/>
        </p:nvSpPr>
        <p:spPr>
          <a:xfrm>
            <a:off x="5705284" y="3898380"/>
            <a:ext cx="781432" cy="781432"/>
          </a:xfrm>
          <a:prstGeom prst="ellipse">
            <a:avLst/>
          </a:prstGeom>
          <a:solidFill>
            <a:schemeClr val="bg1"/>
          </a:solidFill>
          <a:ln>
            <a:noFill/>
          </a:ln>
          <a:effectLst>
            <a:outerShdw blurRad="50800" dist="38100" dir="13500000" algn="br" rotWithShape="0">
              <a:prstClr val="black">
                <a:alpha val="368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9" name="TextBox 28">
            <a:extLst>
              <a:ext uri="{FF2B5EF4-FFF2-40B4-BE49-F238E27FC236}">
                <a16:creationId xmlns:a16="http://schemas.microsoft.com/office/drawing/2014/main" id="{3FE7B4DE-2521-1EF7-7BB4-CC8322D3DB01}"/>
              </a:ext>
            </a:extLst>
          </p:cNvPr>
          <p:cNvSpPr txBox="1"/>
          <p:nvPr userDrawn="1"/>
        </p:nvSpPr>
        <p:spPr>
          <a:xfrm>
            <a:off x="5705284" y="4007345"/>
            <a:ext cx="781432" cy="584775"/>
          </a:xfrm>
          <a:prstGeom prst="rect">
            <a:avLst/>
          </a:prstGeom>
          <a:noFill/>
        </p:spPr>
        <p:txBody>
          <a:bodyPr wrap="square" rtlCol="0">
            <a:spAutoFit/>
          </a:bodyPr>
          <a:lstStyle/>
          <a:p>
            <a:pPr algn="ctr"/>
            <a:r>
              <a:rPr lang="en-ZA" sz="3200" b="1" i="0">
                <a:effectLst/>
                <a:latin typeface="DM Sans SemiBold" pitchFamily="2" charset="77"/>
              </a:rPr>
              <a:t>05</a:t>
            </a:r>
            <a:endParaRPr lang="en-US" sz="3200" b="1" i="0">
              <a:latin typeface="DM Sans SemiBold" pitchFamily="2" charset="77"/>
            </a:endParaRPr>
          </a:p>
        </p:txBody>
      </p:sp>
      <p:sp>
        <p:nvSpPr>
          <p:cNvPr id="34" name="Text Placeholder 42">
            <a:extLst>
              <a:ext uri="{FF2B5EF4-FFF2-40B4-BE49-F238E27FC236}">
                <a16:creationId xmlns:a16="http://schemas.microsoft.com/office/drawing/2014/main" id="{C6D5F2A1-9CA2-B426-E799-174BE355935D}"/>
              </a:ext>
            </a:extLst>
          </p:cNvPr>
          <p:cNvSpPr>
            <a:spLocks noGrp="1"/>
          </p:cNvSpPr>
          <p:nvPr>
            <p:ph type="body" sz="quarter" idx="31" hasCustomPrompt="1"/>
          </p:nvPr>
        </p:nvSpPr>
        <p:spPr>
          <a:xfrm>
            <a:off x="1772820" y="2755366"/>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40" name="Text Placeholder 42">
            <a:extLst>
              <a:ext uri="{FF2B5EF4-FFF2-40B4-BE49-F238E27FC236}">
                <a16:creationId xmlns:a16="http://schemas.microsoft.com/office/drawing/2014/main" id="{4D74EB09-871A-EC59-B581-BBD996FD6DFC}"/>
              </a:ext>
            </a:extLst>
          </p:cNvPr>
          <p:cNvSpPr>
            <a:spLocks noGrp="1"/>
          </p:cNvSpPr>
          <p:nvPr>
            <p:ph type="body" sz="quarter" idx="36" hasCustomPrompt="1"/>
          </p:nvPr>
        </p:nvSpPr>
        <p:spPr>
          <a:xfrm>
            <a:off x="1772820" y="4736074"/>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pic>
        <p:nvPicPr>
          <p:cNvPr id="9" name="Picture 8" descr="A blue green and white logo&#10;&#10;AI-generated content may be incorrect.">
            <a:extLst>
              <a:ext uri="{FF2B5EF4-FFF2-40B4-BE49-F238E27FC236}">
                <a16:creationId xmlns:a16="http://schemas.microsoft.com/office/drawing/2014/main" id="{D91A7CB4-F041-2F6A-AEC6-396E4F467204}"/>
              </a:ext>
            </a:extLst>
          </p:cNvPr>
          <p:cNvPicPr>
            <a:picLocks noChangeAspect="1"/>
          </p:cNvPicPr>
          <p:nvPr userDrawn="1"/>
        </p:nvPicPr>
        <p:blipFill>
          <a:blip r:embed="rId3"/>
          <a:stretch>
            <a:fillRect/>
          </a:stretch>
        </p:blipFill>
        <p:spPr>
          <a:xfrm>
            <a:off x="11552743" y="6168835"/>
            <a:ext cx="342227" cy="384365"/>
          </a:xfrm>
          <a:prstGeom prst="rect">
            <a:avLst/>
          </a:prstGeom>
        </p:spPr>
      </p:pic>
      <p:sp>
        <p:nvSpPr>
          <p:cNvPr id="19" name="Text Placeholder 42">
            <a:extLst>
              <a:ext uri="{FF2B5EF4-FFF2-40B4-BE49-F238E27FC236}">
                <a16:creationId xmlns:a16="http://schemas.microsoft.com/office/drawing/2014/main" id="{1DBEE642-2AED-6454-1C4E-A4EC4F08B303}"/>
              </a:ext>
            </a:extLst>
          </p:cNvPr>
          <p:cNvSpPr>
            <a:spLocks noGrp="1"/>
          </p:cNvSpPr>
          <p:nvPr>
            <p:ph type="body" sz="quarter" idx="42" hasCustomPrompt="1"/>
          </p:nvPr>
        </p:nvSpPr>
        <p:spPr>
          <a:xfrm>
            <a:off x="5269755" y="2755366"/>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23" name="Text Placeholder 42">
            <a:extLst>
              <a:ext uri="{FF2B5EF4-FFF2-40B4-BE49-F238E27FC236}">
                <a16:creationId xmlns:a16="http://schemas.microsoft.com/office/drawing/2014/main" id="{CCE7A6E2-487E-6826-2930-36385A8731A3}"/>
              </a:ext>
            </a:extLst>
          </p:cNvPr>
          <p:cNvSpPr>
            <a:spLocks noGrp="1"/>
          </p:cNvSpPr>
          <p:nvPr>
            <p:ph type="body" sz="quarter" idx="44" hasCustomPrompt="1"/>
          </p:nvPr>
        </p:nvSpPr>
        <p:spPr>
          <a:xfrm>
            <a:off x="5269755" y="4736074"/>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30" name="Oval 29">
            <a:extLst>
              <a:ext uri="{FF2B5EF4-FFF2-40B4-BE49-F238E27FC236}">
                <a16:creationId xmlns:a16="http://schemas.microsoft.com/office/drawing/2014/main" id="{E43611FD-D856-3406-3F08-0649A830A527}"/>
              </a:ext>
            </a:extLst>
          </p:cNvPr>
          <p:cNvSpPr/>
          <p:nvPr userDrawn="1"/>
        </p:nvSpPr>
        <p:spPr>
          <a:xfrm>
            <a:off x="9202219" y="1913169"/>
            <a:ext cx="781432" cy="781432"/>
          </a:xfrm>
          <a:prstGeom prst="ellipse">
            <a:avLst/>
          </a:prstGeom>
          <a:solidFill>
            <a:schemeClr val="bg1"/>
          </a:solidFill>
          <a:ln>
            <a:noFill/>
          </a:ln>
          <a:effectLst>
            <a:outerShdw blurRad="50800" dist="38100" dir="13500000" algn="br" rotWithShape="0">
              <a:prstClr val="black">
                <a:alpha val="1005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1" name="TextBox 30">
            <a:extLst>
              <a:ext uri="{FF2B5EF4-FFF2-40B4-BE49-F238E27FC236}">
                <a16:creationId xmlns:a16="http://schemas.microsoft.com/office/drawing/2014/main" id="{7BF257A5-DCFD-1E6C-774B-D001F700DF1E}"/>
              </a:ext>
            </a:extLst>
          </p:cNvPr>
          <p:cNvSpPr txBox="1"/>
          <p:nvPr userDrawn="1"/>
        </p:nvSpPr>
        <p:spPr>
          <a:xfrm>
            <a:off x="9202219" y="2022134"/>
            <a:ext cx="781432" cy="584775"/>
          </a:xfrm>
          <a:prstGeom prst="rect">
            <a:avLst/>
          </a:prstGeom>
          <a:noFill/>
        </p:spPr>
        <p:txBody>
          <a:bodyPr wrap="square" rtlCol="0">
            <a:spAutoFit/>
          </a:bodyPr>
          <a:lstStyle/>
          <a:p>
            <a:pPr algn="ctr"/>
            <a:r>
              <a:rPr lang="en-ZA" sz="3200" b="1" i="0">
                <a:effectLst/>
                <a:latin typeface="DM Sans SemiBold" pitchFamily="2" charset="77"/>
              </a:rPr>
              <a:t>03</a:t>
            </a:r>
            <a:endParaRPr lang="en-US" sz="3200" b="1" i="0">
              <a:latin typeface="DM Sans SemiBold" pitchFamily="2" charset="77"/>
            </a:endParaRPr>
          </a:p>
        </p:txBody>
      </p:sp>
      <p:sp>
        <p:nvSpPr>
          <p:cNvPr id="47" name="Oval 46">
            <a:extLst>
              <a:ext uri="{FF2B5EF4-FFF2-40B4-BE49-F238E27FC236}">
                <a16:creationId xmlns:a16="http://schemas.microsoft.com/office/drawing/2014/main" id="{FA908A05-6696-692E-3964-C12DB6303787}"/>
              </a:ext>
            </a:extLst>
          </p:cNvPr>
          <p:cNvSpPr/>
          <p:nvPr userDrawn="1"/>
        </p:nvSpPr>
        <p:spPr>
          <a:xfrm>
            <a:off x="9202219" y="3898380"/>
            <a:ext cx="781432" cy="781432"/>
          </a:xfrm>
          <a:prstGeom prst="ellipse">
            <a:avLst/>
          </a:prstGeom>
          <a:solidFill>
            <a:schemeClr val="bg1"/>
          </a:solidFill>
          <a:ln>
            <a:noFill/>
          </a:ln>
          <a:effectLst>
            <a:outerShdw blurRad="50800" dist="38100" dir="13500000" algn="br" rotWithShape="0">
              <a:prstClr val="black">
                <a:alpha val="368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8" name="TextBox 47">
            <a:extLst>
              <a:ext uri="{FF2B5EF4-FFF2-40B4-BE49-F238E27FC236}">
                <a16:creationId xmlns:a16="http://schemas.microsoft.com/office/drawing/2014/main" id="{5878F39D-6894-6E26-6E4A-398FB467A266}"/>
              </a:ext>
            </a:extLst>
          </p:cNvPr>
          <p:cNvSpPr txBox="1"/>
          <p:nvPr userDrawn="1"/>
        </p:nvSpPr>
        <p:spPr>
          <a:xfrm>
            <a:off x="9202219" y="4007345"/>
            <a:ext cx="781432" cy="584775"/>
          </a:xfrm>
          <a:prstGeom prst="rect">
            <a:avLst/>
          </a:prstGeom>
          <a:noFill/>
        </p:spPr>
        <p:txBody>
          <a:bodyPr wrap="square" rtlCol="0">
            <a:spAutoFit/>
          </a:bodyPr>
          <a:lstStyle/>
          <a:p>
            <a:pPr algn="ctr"/>
            <a:r>
              <a:rPr lang="en-ZA" sz="3200" b="1" i="0">
                <a:effectLst/>
                <a:latin typeface="DM Sans SemiBold" pitchFamily="2" charset="77"/>
              </a:rPr>
              <a:t>06</a:t>
            </a:r>
            <a:endParaRPr lang="en-US" sz="3200" b="1" i="0">
              <a:latin typeface="DM Sans SemiBold" pitchFamily="2" charset="77"/>
            </a:endParaRPr>
          </a:p>
        </p:txBody>
      </p:sp>
      <p:sp>
        <p:nvSpPr>
          <p:cNvPr id="49" name="Text Placeholder 42">
            <a:extLst>
              <a:ext uri="{FF2B5EF4-FFF2-40B4-BE49-F238E27FC236}">
                <a16:creationId xmlns:a16="http://schemas.microsoft.com/office/drawing/2014/main" id="{22EDC428-DC02-E0F5-2E2B-F2BADE37DC89}"/>
              </a:ext>
            </a:extLst>
          </p:cNvPr>
          <p:cNvSpPr>
            <a:spLocks noGrp="1"/>
          </p:cNvSpPr>
          <p:nvPr>
            <p:ph type="body" sz="quarter" idx="46" hasCustomPrompt="1"/>
          </p:nvPr>
        </p:nvSpPr>
        <p:spPr>
          <a:xfrm>
            <a:off x="8766690" y="2755366"/>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51" name="Text Placeholder 42">
            <a:extLst>
              <a:ext uri="{FF2B5EF4-FFF2-40B4-BE49-F238E27FC236}">
                <a16:creationId xmlns:a16="http://schemas.microsoft.com/office/drawing/2014/main" id="{0CD92398-D184-89EB-5237-D98A804947A1}"/>
              </a:ext>
            </a:extLst>
          </p:cNvPr>
          <p:cNvSpPr>
            <a:spLocks noGrp="1"/>
          </p:cNvSpPr>
          <p:nvPr>
            <p:ph type="body" sz="quarter" idx="48" hasCustomPrompt="1"/>
          </p:nvPr>
        </p:nvSpPr>
        <p:spPr>
          <a:xfrm>
            <a:off x="8766690" y="4736074"/>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5" name="Text Placeholder 11">
            <a:extLst>
              <a:ext uri="{FF2B5EF4-FFF2-40B4-BE49-F238E27FC236}">
                <a16:creationId xmlns:a16="http://schemas.microsoft.com/office/drawing/2014/main" id="{AA659F21-96AA-DB9B-EB17-4EAA56AF63B8}"/>
              </a:ext>
            </a:extLst>
          </p:cNvPr>
          <p:cNvSpPr>
            <a:spLocks noGrp="1"/>
          </p:cNvSpPr>
          <p:nvPr>
            <p:ph type="body" sz="quarter" idx="50" hasCustomPrompt="1"/>
          </p:nvPr>
        </p:nvSpPr>
        <p:spPr>
          <a:xfrm>
            <a:off x="331536" y="842300"/>
            <a:ext cx="7103980" cy="490643"/>
          </a:xfrm>
          <a:prstGeom prst="rect">
            <a:avLst/>
          </a:prstGeom>
        </p:spPr>
        <p:txBody>
          <a:bodyPr lIns="0"/>
          <a:lstStyle>
            <a:lvl1pPr marL="0" indent="0">
              <a:buNone/>
              <a:defRPr sz="44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6" name="Text Placeholder 40">
            <a:extLst>
              <a:ext uri="{FF2B5EF4-FFF2-40B4-BE49-F238E27FC236}">
                <a16:creationId xmlns:a16="http://schemas.microsoft.com/office/drawing/2014/main" id="{67592ADC-2758-2989-35C0-ECDDA300D963}"/>
              </a:ext>
            </a:extLst>
          </p:cNvPr>
          <p:cNvSpPr>
            <a:spLocks noGrp="1"/>
          </p:cNvSpPr>
          <p:nvPr>
            <p:ph type="body" sz="quarter" idx="13" hasCustomPrompt="1"/>
          </p:nvPr>
        </p:nvSpPr>
        <p:spPr>
          <a:xfrm>
            <a:off x="1114198" y="3142622"/>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7" name="Text Placeholder 40">
            <a:extLst>
              <a:ext uri="{FF2B5EF4-FFF2-40B4-BE49-F238E27FC236}">
                <a16:creationId xmlns:a16="http://schemas.microsoft.com/office/drawing/2014/main" id="{7C531E0B-0017-AE4C-A67D-427FDB63E7B8}"/>
              </a:ext>
            </a:extLst>
          </p:cNvPr>
          <p:cNvSpPr>
            <a:spLocks noGrp="1"/>
          </p:cNvSpPr>
          <p:nvPr>
            <p:ph type="body" sz="quarter" idx="15" hasCustomPrompt="1"/>
          </p:nvPr>
        </p:nvSpPr>
        <p:spPr>
          <a:xfrm>
            <a:off x="4626141" y="3142622"/>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8" name="Text Placeholder 40">
            <a:extLst>
              <a:ext uri="{FF2B5EF4-FFF2-40B4-BE49-F238E27FC236}">
                <a16:creationId xmlns:a16="http://schemas.microsoft.com/office/drawing/2014/main" id="{3261DA14-5773-5971-5BA6-30D3945DE71D}"/>
              </a:ext>
            </a:extLst>
          </p:cNvPr>
          <p:cNvSpPr>
            <a:spLocks noGrp="1"/>
          </p:cNvSpPr>
          <p:nvPr>
            <p:ph type="body" sz="quarter" idx="17" hasCustomPrompt="1"/>
          </p:nvPr>
        </p:nvSpPr>
        <p:spPr>
          <a:xfrm>
            <a:off x="8128145" y="3142622"/>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18" name="Text Placeholder 40">
            <a:extLst>
              <a:ext uri="{FF2B5EF4-FFF2-40B4-BE49-F238E27FC236}">
                <a16:creationId xmlns:a16="http://schemas.microsoft.com/office/drawing/2014/main" id="{7B18354D-6936-A1BD-2CA4-04805F3E29A5}"/>
              </a:ext>
            </a:extLst>
          </p:cNvPr>
          <p:cNvSpPr>
            <a:spLocks noGrp="1"/>
          </p:cNvSpPr>
          <p:nvPr>
            <p:ph type="body" sz="quarter" idx="19" hasCustomPrompt="1"/>
          </p:nvPr>
        </p:nvSpPr>
        <p:spPr>
          <a:xfrm>
            <a:off x="8128145" y="5128539"/>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20" name="Text Placeholder 40">
            <a:extLst>
              <a:ext uri="{FF2B5EF4-FFF2-40B4-BE49-F238E27FC236}">
                <a16:creationId xmlns:a16="http://schemas.microsoft.com/office/drawing/2014/main" id="{A5A73417-206B-238E-2CF6-C4A6751DDF93}"/>
              </a:ext>
            </a:extLst>
          </p:cNvPr>
          <p:cNvSpPr>
            <a:spLocks noGrp="1"/>
          </p:cNvSpPr>
          <p:nvPr>
            <p:ph type="body" sz="quarter" idx="21" hasCustomPrompt="1"/>
          </p:nvPr>
        </p:nvSpPr>
        <p:spPr>
          <a:xfrm>
            <a:off x="1114198" y="5128539"/>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21" name="Text Placeholder 40">
            <a:extLst>
              <a:ext uri="{FF2B5EF4-FFF2-40B4-BE49-F238E27FC236}">
                <a16:creationId xmlns:a16="http://schemas.microsoft.com/office/drawing/2014/main" id="{644CEAFB-908E-D624-CD9A-474384966D89}"/>
              </a:ext>
            </a:extLst>
          </p:cNvPr>
          <p:cNvSpPr>
            <a:spLocks noGrp="1"/>
          </p:cNvSpPr>
          <p:nvPr>
            <p:ph type="body" sz="quarter" idx="23" hasCustomPrompt="1"/>
          </p:nvPr>
        </p:nvSpPr>
        <p:spPr>
          <a:xfrm>
            <a:off x="4626141" y="5128539"/>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22" name="TextBox 21">
            <a:extLst>
              <a:ext uri="{FF2B5EF4-FFF2-40B4-BE49-F238E27FC236}">
                <a16:creationId xmlns:a16="http://schemas.microsoft.com/office/drawing/2014/main" id="{425B93E6-A71A-53B1-2CEC-1F15F6165065}"/>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26" name="Straight Connector 25">
            <a:extLst>
              <a:ext uri="{FF2B5EF4-FFF2-40B4-BE49-F238E27FC236}">
                <a16:creationId xmlns:a16="http://schemas.microsoft.com/office/drawing/2014/main" id="{80B1A802-BEAE-8E10-D953-1EDEDD8AABE6}"/>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27" name="TextBox 26">
            <a:extLst>
              <a:ext uri="{FF2B5EF4-FFF2-40B4-BE49-F238E27FC236}">
                <a16:creationId xmlns:a16="http://schemas.microsoft.com/office/drawing/2014/main" id="{4AEE714C-5E5E-9162-A8C5-F6DAED34C58C}"/>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32" name="TextBox 31">
            <a:extLst>
              <a:ext uri="{FF2B5EF4-FFF2-40B4-BE49-F238E27FC236}">
                <a16:creationId xmlns:a16="http://schemas.microsoft.com/office/drawing/2014/main" id="{C928DC26-5BCC-0DEF-9DD4-C294CCFFCC44}"/>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312288860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6_Title Slide">
    <p:spTree>
      <p:nvGrpSpPr>
        <p:cNvPr id="1" name=""/>
        <p:cNvGrpSpPr/>
        <p:nvPr/>
      </p:nvGrpSpPr>
      <p:grpSpPr>
        <a:xfrm>
          <a:off x="0" y="0"/>
          <a:ext cx="0" cy="0"/>
          <a:chOff x="0" y="0"/>
          <a:chExt cx="0" cy="0"/>
        </a:xfrm>
      </p:grpSpPr>
      <p:pic>
        <p:nvPicPr>
          <p:cNvPr id="2" name="Picture 1" descr="A blue and white sky&#10;&#10;AI-generated content may be incorrect.">
            <a:extLst>
              <a:ext uri="{FF2B5EF4-FFF2-40B4-BE49-F238E27FC236}">
                <a16:creationId xmlns:a16="http://schemas.microsoft.com/office/drawing/2014/main" id="{8CDC7674-25EB-1E2B-9D78-587431BABD8C}"/>
              </a:ext>
            </a:extLst>
          </p:cNvPr>
          <p:cNvPicPr>
            <a:picLocks noChangeAspect="1"/>
          </p:cNvPicPr>
          <p:nvPr userDrawn="1"/>
        </p:nvPicPr>
        <p:blipFill>
          <a:blip r:embed="rId2"/>
          <a:srcRect l="71284" t="7618" r="7500" b="31553"/>
          <a:stretch/>
        </p:blipFill>
        <p:spPr>
          <a:xfrm rot="10800000">
            <a:off x="-4" y="0"/>
            <a:ext cx="12192004" cy="6858000"/>
          </a:xfrm>
          <a:prstGeom prst="rect">
            <a:avLst/>
          </a:prstGeom>
        </p:spPr>
      </p:pic>
      <p:pic>
        <p:nvPicPr>
          <p:cNvPr id="9" name="Picture 8" descr="A blue green and white logo&#10;&#10;AI-generated content may be incorrect.">
            <a:extLst>
              <a:ext uri="{FF2B5EF4-FFF2-40B4-BE49-F238E27FC236}">
                <a16:creationId xmlns:a16="http://schemas.microsoft.com/office/drawing/2014/main" id="{196BFF17-E30A-1E55-0116-EA66371BFCC4}"/>
              </a:ext>
            </a:extLst>
          </p:cNvPr>
          <p:cNvPicPr>
            <a:picLocks noChangeAspect="1"/>
          </p:cNvPicPr>
          <p:nvPr userDrawn="1"/>
        </p:nvPicPr>
        <p:blipFill>
          <a:blip r:embed="rId3"/>
          <a:stretch>
            <a:fillRect/>
          </a:stretch>
        </p:blipFill>
        <p:spPr>
          <a:xfrm>
            <a:off x="11552743" y="6168835"/>
            <a:ext cx="342227" cy="384365"/>
          </a:xfrm>
          <a:prstGeom prst="rect">
            <a:avLst/>
          </a:prstGeom>
        </p:spPr>
      </p:pic>
      <p:sp>
        <p:nvSpPr>
          <p:cNvPr id="4" name="Rectangle 3">
            <a:hlinkClick r:id="rId4"/>
            <a:extLst>
              <a:ext uri="{FF2B5EF4-FFF2-40B4-BE49-F238E27FC236}">
                <a16:creationId xmlns:a16="http://schemas.microsoft.com/office/drawing/2014/main" id="{D0381D85-3D0A-4DD0-FC26-93ECA3BB2E1D}"/>
              </a:ext>
            </a:extLst>
          </p:cNvPr>
          <p:cNvSpPr/>
          <p:nvPr userDrawn="1"/>
        </p:nvSpPr>
        <p:spPr>
          <a:xfrm>
            <a:off x="280187" y="6098485"/>
            <a:ext cx="899188" cy="462224"/>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solidFill>
                <a:schemeClr val="tx1"/>
              </a:solidFill>
            </a:endParaRPr>
          </a:p>
        </p:txBody>
      </p:sp>
      <p:sp>
        <p:nvSpPr>
          <p:cNvPr id="5" name="Oval 4">
            <a:extLst>
              <a:ext uri="{FF2B5EF4-FFF2-40B4-BE49-F238E27FC236}">
                <a16:creationId xmlns:a16="http://schemas.microsoft.com/office/drawing/2014/main" id="{FAF95288-DC0B-E563-5674-0FAEAA30B52E}"/>
              </a:ext>
            </a:extLst>
          </p:cNvPr>
          <p:cNvSpPr/>
          <p:nvPr userDrawn="1"/>
        </p:nvSpPr>
        <p:spPr>
          <a:xfrm>
            <a:off x="2208349" y="1913169"/>
            <a:ext cx="781432" cy="781432"/>
          </a:xfrm>
          <a:prstGeom prst="ellipse">
            <a:avLst/>
          </a:prstGeom>
          <a:solidFill>
            <a:schemeClr val="bg1"/>
          </a:solidFill>
          <a:ln>
            <a:noFill/>
          </a:ln>
          <a:effectLst>
            <a:outerShdw blurRad="50800" dist="38100" dir="13500000" algn="br" rotWithShape="0">
              <a:prstClr val="black">
                <a:alpha val="1005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TextBox 5">
            <a:extLst>
              <a:ext uri="{FF2B5EF4-FFF2-40B4-BE49-F238E27FC236}">
                <a16:creationId xmlns:a16="http://schemas.microsoft.com/office/drawing/2014/main" id="{F2C44CCD-0A01-4395-92F6-1304FEBCE4BF}"/>
              </a:ext>
            </a:extLst>
          </p:cNvPr>
          <p:cNvSpPr txBox="1"/>
          <p:nvPr userDrawn="1"/>
        </p:nvSpPr>
        <p:spPr>
          <a:xfrm>
            <a:off x="2208349" y="2022134"/>
            <a:ext cx="781432" cy="584775"/>
          </a:xfrm>
          <a:prstGeom prst="rect">
            <a:avLst/>
          </a:prstGeom>
          <a:noFill/>
        </p:spPr>
        <p:txBody>
          <a:bodyPr wrap="square" rtlCol="0">
            <a:spAutoFit/>
          </a:bodyPr>
          <a:lstStyle/>
          <a:p>
            <a:pPr algn="ctr"/>
            <a:r>
              <a:rPr lang="en-ZA" sz="3200" b="1" i="0">
                <a:effectLst/>
                <a:latin typeface="DM Sans SemiBold" pitchFamily="2" charset="77"/>
              </a:rPr>
              <a:t>01</a:t>
            </a:r>
            <a:endParaRPr lang="en-US" sz="3200" b="1" i="0">
              <a:latin typeface="DM Sans SemiBold" pitchFamily="2" charset="77"/>
            </a:endParaRPr>
          </a:p>
        </p:txBody>
      </p:sp>
      <p:sp>
        <p:nvSpPr>
          <p:cNvPr id="7" name="Oval 6">
            <a:extLst>
              <a:ext uri="{FF2B5EF4-FFF2-40B4-BE49-F238E27FC236}">
                <a16:creationId xmlns:a16="http://schemas.microsoft.com/office/drawing/2014/main" id="{0EFFBA4F-31BC-348C-927D-3CC84E157F9A}"/>
              </a:ext>
            </a:extLst>
          </p:cNvPr>
          <p:cNvSpPr/>
          <p:nvPr userDrawn="1"/>
        </p:nvSpPr>
        <p:spPr>
          <a:xfrm>
            <a:off x="5705284" y="1913169"/>
            <a:ext cx="781432" cy="781432"/>
          </a:xfrm>
          <a:prstGeom prst="ellipse">
            <a:avLst/>
          </a:prstGeom>
          <a:solidFill>
            <a:schemeClr val="bg1"/>
          </a:solidFill>
          <a:ln>
            <a:noFill/>
          </a:ln>
          <a:effectLst>
            <a:outerShdw blurRad="50800" dist="38100" dir="13500000" algn="br" rotWithShape="0">
              <a:prstClr val="black">
                <a:alpha val="1005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TextBox 7">
            <a:extLst>
              <a:ext uri="{FF2B5EF4-FFF2-40B4-BE49-F238E27FC236}">
                <a16:creationId xmlns:a16="http://schemas.microsoft.com/office/drawing/2014/main" id="{60483E55-B555-F650-034D-1880D800CA44}"/>
              </a:ext>
            </a:extLst>
          </p:cNvPr>
          <p:cNvSpPr txBox="1"/>
          <p:nvPr userDrawn="1"/>
        </p:nvSpPr>
        <p:spPr>
          <a:xfrm>
            <a:off x="5705284" y="2022134"/>
            <a:ext cx="781432" cy="584775"/>
          </a:xfrm>
          <a:prstGeom prst="rect">
            <a:avLst/>
          </a:prstGeom>
          <a:noFill/>
        </p:spPr>
        <p:txBody>
          <a:bodyPr wrap="square" rtlCol="0">
            <a:spAutoFit/>
          </a:bodyPr>
          <a:lstStyle/>
          <a:p>
            <a:pPr algn="ctr"/>
            <a:r>
              <a:rPr lang="en-ZA" sz="3200" b="1" i="0">
                <a:effectLst/>
                <a:latin typeface="DM Sans SemiBold" pitchFamily="2" charset="77"/>
              </a:rPr>
              <a:t>02</a:t>
            </a:r>
            <a:endParaRPr lang="en-US" sz="3200" b="1" i="0">
              <a:latin typeface="DM Sans SemiBold" pitchFamily="2" charset="77"/>
            </a:endParaRPr>
          </a:p>
        </p:txBody>
      </p:sp>
      <p:sp>
        <p:nvSpPr>
          <p:cNvPr id="14" name="Oval 13">
            <a:extLst>
              <a:ext uri="{FF2B5EF4-FFF2-40B4-BE49-F238E27FC236}">
                <a16:creationId xmlns:a16="http://schemas.microsoft.com/office/drawing/2014/main" id="{28B083C5-066C-B0E5-57D2-FCAC5DA6B4C3}"/>
              </a:ext>
            </a:extLst>
          </p:cNvPr>
          <p:cNvSpPr/>
          <p:nvPr userDrawn="1"/>
        </p:nvSpPr>
        <p:spPr>
          <a:xfrm>
            <a:off x="2208349" y="3898380"/>
            <a:ext cx="781432" cy="781432"/>
          </a:xfrm>
          <a:prstGeom prst="ellipse">
            <a:avLst/>
          </a:prstGeom>
          <a:solidFill>
            <a:schemeClr val="bg1"/>
          </a:solidFill>
          <a:ln>
            <a:noFill/>
          </a:ln>
          <a:effectLst>
            <a:outerShdw blurRad="50800" dist="38100" dir="13500000" algn="br" rotWithShape="0">
              <a:prstClr val="black">
                <a:alpha val="368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4" name="TextBox 33">
            <a:extLst>
              <a:ext uri="{FF2B5EF4-FFF2-40B4-BE49-F238E27FC236}">
                <a16:creationId xmlns:a16="http://schemas.microsoft.com/office/drawing/2014/main" id="{2F2B8A18-7D6C-422F-F3B2-3195BBB877EE}"/>
              </a:ext>
            </a:extLst>
          </p:cNvPr>
          <p:cNvSpPr txBox="1"/>
          <p:nvPr userDrawn="1"/>
        </p:nvSpPr>
        <p:spPr>
          <a:xfrm>
            <a:off x="2208349" y="4007345"/>
            <a:ext cx="781432" cy="584775"/>
          </a:xfrm>
          <a:prstGeom prst="rect">
            <a:avLst/>
          </a:prstGeom>
          <a:noFill/>
        </p:spPr>
        <p:txBody>
          <a:bodyPr wrap="square" rtlCol="0">
            <a:spAutoFit/>
          </a:bodyPr>
          <a:lstStyle/>
          <a:p>
            <a:pPr algn="ctr"/>
            <a:r>
              <a:rPr lang="en-ZA" sz="3200" b="1" i="0">
                <a:effectLst/>
                <a:latin typeface="DM Sans SemiBold" pitchFamily="2" charset="77"/>
              </a:rPr>
              <a:t>04</a:t>
            </a:r>
            <a:endParaRPr lang="en-US" sz="3200" b="1" i="0">
              <a:latin typeface="DM Sans SemiBold" pitchFamily="2" charset="77"/>
            </a:endParaRPr>
          </a:p>
        </p:txBody>
      </p:sp>
      <p:sp>
        <p:nvSpPr>
          <p:cNvPr id="35" name="Oval 34">
            <a:extLst>
              <a:ext uri="{FF2B5EF4-FFF2-40B4-BE49-F238E27FC236}">
                <a16:creationId xmlns:a16="http://schemas.microsoft.com/office/drawing/2014/main" id="{7ADE6624-601C-37F6-24F9-7163A473B3C5}"/>
              </a:ext>
            </a:extLst>
          </p:cNvPr>
          <p:cNvSpPr/>
          <p:nvPr userDrawn="1"/>
        </p:nvSpPr>
        <p:spPr>
          <a:xfrm>
            <a:off x="5705284" y="3898380"/>
            <a:ext cx="781432" cy="781432"/>
          </a:xfrm>
          <a:prstGeom prst="ellipse">
            <a:avLst/>
          </a:prstGeom>
          <a:solidFill>
            <a:schemeClr val="bg1"/>
          </a:solidFill>
          <a:ln>
            <a:noFill/>
          </a:ln>
          <a:effectLst>
            <a:outerShdw blurRad="50800" dist="38100" dir="13500000" algn="br" rotWithShape="0">
              <a:prstClr val="black">
                <a:alpha val="368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6" name="TextBox 35">
            <a:extLst>
              <a:ext uri="{FF2B5EF4-FFF2-40B4-BE49-F238E27FC236}">
                <a16:creationId xmlns:a16="http://schemas.microsoft.com/office/drawing/2014/main" id="{1A173F49-E76B-2E42-0DD9-A8713CF25B51}"/>
              </a:ext>
            </a:extLst>
          </p:cNvPr>
          <p:cNvSpPr txBox="1"/>
          <p:nvPr userDrawn="1"/>
        </p:nvSpPr>
        <p:spPr>
          <a:xfrm>
            <a:off x="5705284" y="4007345"/>
            <a:ext cx="781432" cy="584775"/>
          </a:xfrm>
          <a:prstGeom prst="rect">
            <a:avLst/>
          </a:prstGeom>
          <a:noFill/>
        </p:spPr>
        <p:txBody>
          <a:bodyPr wrap="square" rtlCol="0">
            <a:spAutoFit/>
          </a:bodyPr>
          <a:lstStyle/>
          <a:p>
            <a:pPr algn="ctr"/>
            <a:r>
              <a:rPr lang="en-ZA" sz="3200" b="1" i="0">
                <a:effectLst/>
                <a:latin typeface="DM Sans SemiBold" pitchFamily="2" charset="77"/>
              </a:rPr>
              <a:t>05</a:t>
            </a:r>
            <a:endParaRPr lang="en-US" sz="3200" b="1" i="0">
              <a:latin typeface="DM Sans SemiBold" pitchFamily="2" charset="77"/>
            </a:endParaRPr>
          </a:p>
        </p:txBody>
      </p:sp>
      <p:sp>
        <p:nvSpPr>
          <p:cNvPr id="37" name="Text Placeholder 42">
            <a:extLst>
              <a:ext uri="{FF2B5EF4-FFF2-40B4-BE49-F238E27FC236}">
                <a16:creationId xmlns:a16="http://schemas.microsoft.com/office/drawing/2014/main" id="{20293FDD-31D7-0BD7-054C-EF593147E2B2}"/>
              </a:ext>
            </a:extLst>
          </p:cNvPr>
          <p:cNvSpPr>
            <a:spLocks noGrp="1"/>
          </p:cNvSpPr>
          <p:nvPr>
            <p:ph type="body" sz="quarter" idx="31" hasCustomPrompt="1"/>
          </p:nvPr>
        </p:nvSpPr>
        <p:spPr>
          <a:xfrm>
            <a:off x="1772820" y="2755366"/>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38" name="Text Placeholder 42">
            <a:extLst>
              <a:ext uri="{FF2B5EF4-FFF2-40B4-BE49-F238E27FC236}">
                <a16:creationId xmlns:a16="http://schemas.microsoft.com/office/drawing/2014/main" id="{F272A7DF-89B9-B5A2-5380-A41F06C1735B}"/>
              </a:ext>
            </a:extLst>
          </p:cNvPr>
          <p:cNvSpPr>
            <a:spLocks noGrp="1"/>
          </p:cNvSpPr>
          <p:nvPr>
            <p:ph type="body" sz="quarter" idx="36" hasCustomPrompt="1"/>
          </p:nvPr>
        </p:nvSpPr>
        <p:spPr>
          <a:xfrm>
            <a:off x="1772820" y="4736074"/>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39" name="Text Placeholder 42">
            <a:extLst>
              <a:ext uri="{FF2B5EF4-FFF2-40B4-BE49-F238E27FC236}">
                <a16:creationId xmlns:a16="http://schemas.microsoft.com/office/drawing/2014/main" id="{E7ABAD50-3467-E4B8-5694-4C65C19D0ADF}"/>
              </a:ext>
            </a:extLst>
          </p:cNvPr>
          <p:cNvSpPr>
            <a:spLocks noGrp="1"/>
          </p:cNvSpPr>
          <p:nvPr>
            <p:ph type="body" sz="quarter" idx="42" hasCustomPrompt="1"/>
          </p:nvPr>
        </p:nvSpPr>
        <p:spPr>
          <a:xfrm>
            <a:off x="5269755" y="2755366"/>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40" name="Text Placeholder 42">
            <a:extLst>
              <a:ext uri="{FF2B5EF4-FFF2-40B4-BE49-F238E27FC236}">
                <a16:creationId xmlns:a16="http://schemas.microsoft.com/office/drawing/2014/main" id="{9E660A00-D8FB-C9AC-BA4E-33AEBAA59B79}"/>
              </a:ext>
            </a:extLst>
          </p:cNvPr>
          <p:cNvSpPr>
            <a:spLocks noGrp="1"/>
          </p:cNvSpPr>
          <p:nvPr>
            <p:ph type="body" sz="quarter" idx="44" hasCustomPrompt="1"/>
          </p:nvPr>
        </p:nvSpPr>
        <p:spPr>
          <a:xfrm>
            <a:off x="5269755" y="4736074"/>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41" name="Oval 40">
            <a:extLst>
              <a:ext uri="{FF2B5EF4-FFF2-40B4-BE49-F238E27FC236}">
                <a16:creationId xmlns:a16="http://schemas.microsoft.com/office/drawing/2014/main" id="{01E95088-001E-F47E-5526-B50F10202AFD}"/>
              </a:ext>
            </a:extLst>
          </p:cNvPr>
          <p:cNvSpPr/>
          <p:nvPr userDrawn="1"/>
        </p:nvSpPr>
        <p:spPr>
          <a:xfrm>
            <a:off x="9202219" y="1913169"/>
            <a:ext cx="781432" cy="781432"/>
          </a:xfrm>
          <a:prstGeom prst="ellipse">
            <a:avLst/>
          </a:prstGeom>
          <a:solidFill>
            <a:schemeClr val="bg1"/>
          </a:solidFill>
          <a:ln>
            <a:noFill/>
          </a:ln>
          <a:effectLst>
            <a:outerShdw blurRad="50800" dist="38100" dir="13500000" algn="br" rotWithShape="0">
              <a:prstClr val="black">
                <a:alpha val="1005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2" name="TextBox 41">
            <a:extLst>
              <a:ext uri="{FF2B5EF4-FFF2-40B4-BE49-F238E27FC236}">
                <a16:creationId xmlns:a16="http://schemas.microsoft.com/office/drawing/2014/main" id="{D3DECEC7-7B87-082B-8811-C2E26D3474BA}"/>
              </a:ext>
            </a:extLst>
          </p:cNvPr>
          <p:cNvSpPr txBox="1"/>
          <p:nvPr userDrawn="1"/>
        </p:nvSpPr>
        <p:spPr>
          <a:xfrm>
            <a:off x="9202219" y="2022134"/>
            <a:ext cx="781432" cy="584775"/>
          </a:xfrm>
          <a:prstGeom prst="rect">
            <a:avLst/>
          </a:prstGeom>
          <a:noFill/>
        </p:spPr>
        <p:txBody>
          <a:bodyPr wrap="square" rtlCol="0">
            <a:spAutoFit/>
          </a:bodyPr>
          <a:lstStyle/>
          <a:p>
            <a:pPr algn="ctr"/>
            <a:r>
              <a:rPr lang="en-ZA" sz="3200" b="1" i="0">
                <a:effectLst/>
                <a:latin typeface="DM Sans SemiBold" pitchFamily="2" charset="77"/>
              </a:rPr>
              <a:t>03</a:t>
            </a:r>
            <a:endParaRPr lang="en-US" sz="3200" b="1" i="0">
              <a:latin typeface="DM Sans SemiBold" pitchFamily="2" charset="77"/>
            </a:endParaRPr>
          </a:p>
        </p:txBody>
      </p:sp>
      <p:sp>
        <p:nvSpPr>
          <p:cNvPr id="43" name="Oval 42">
            <a:extLst>
              <a:ext uri="{FF2B5EF4-FFF2-40B4-BE49-F238E27FC236}">
                <a16:creationId xmlns:a16="http://schemas.microsoft.com/office/drawing/2014/main" id="{562DB202-E0C4-18D4-6A4A-E9338EA069CD}"/>
              </a:ext>
            </a:extLst>
          </p:cNvPr>
          <p:cNvSpPr/>
          <p:nvPr userDrawn="1"/>
        </p:nvSpPr>
        <p:spPr>
          <a:xfrm>
            <a:off x="9202219" y="3898380"/>
            <a:ext cx="781432" cy="781432"/>
          </a:xfrm>
          <a:prstGeom prst="ellipse">
            <a:avLst/>
          </a:prstGeom>
          <a:solidFill>
            <a:schemeClr val="bg1"/>
          </a:solidFill>
          <a:ln>
            <a:noFill/>
          </a:ln>
          <a:effectLst>
            <a:outerShdw blurRad="50800" dist="38100" dir="13500000" algn="br" rotWithShape="0">
              <a:prstClr val="black">
                <a:alpha val="3683"/>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4" name="TextBox 43">
            <a:extLst>
              <a:ext uri="{FF2B5EF4-FFF2-40B4-BE49-F238E27FC236}">
                <a16:creationId xmlns:a16="http://schemas.microsoft.com/office/drawing/2014/main" id="{2FD28345-083B-CAFB-46CB-2A5562FEE1B7}"/>
              </a:ext>
            </a:extLst>
          </p:cNvPr>
          <p:cNvSpPr txBox="1"/>
          <p:nvPr userDrawn="1"/>
        </p:nvSpPr>
        <p:spPr>
          <a:xfrm>
            <a:off x="9202219" y="4007345"/>
            <a:ext cx="781432" cy="584775"/>
          </a:xfrm>
          <a:prstGeom prst="rect">
            <a:avLst/>
          </a:prstGeom>
          <a:noFill/>
        </p:spPr>
        <p:txBody>
          <a:bodyPr wrap="square" rtlCol="0">
            <a:spAutoFit/>
          </a:bodyPr>
          <a:lstStyle/>
          <a:p>
            <a:pPr algn="ctr"/>
            <a:r>
              <a:rPr lang="en-ZA" sz="3200" b="1" i="0">
                <a:effectLst/>
                <a:latin typeface="DM Sans SemiBold" pitchFamily="2" charset="77"/>
              </a:rPr>
              <a:t>06</a:t>
            </a:r>
            <a:endParaRPr lang="en-US" sz="3200" b="1" i="0">
              <a:latin typeface="DM Sans SemiBold" pitchFamily="2" charset="77"/>
            </a:endParaRPr>
          </a:p>
        </p:txBody>
      </p:sp>
      <p:sp>
        <p:nvSpPr>
          <p:cNvPr id="45" name="Text Placeholder 42">
            <a:extLst>
              <a:ext uri="{FF2B5EF4-FFF2-40B4-BE49-F238E27FC236}">
                <a16:creationId xmlns:a16="http://schemas.microsoft.com/office/drawing/2014/main" id="{6418298B-8451-6123-D726-70768052CBE1}"/>
              </a:ext>
            </a:extLst>
          </p:cNvPr>
          <p:cNvSpPr>
            <a:spLocks noGrp="1"/>
          </p:cNvSpPr>
          <p:nvPr>
            <p:ph type="body" sz="quarter" idx="46" hasCustomPrompt="1"/>
          </p:nvPr>
        </p:nvSpPr>
        <p:spPr>
          <a:xfrm>
            <a:off x="8766690" y="2755366"/>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46" name="Text Placeholder 42">
            <a:extLst>
              <a:ext uri="{FF2B5EF4-FFF2-40B4-BE49-F238E27FC236}">
                <a16:creationId xmlns:a16="http://schemas.microsoft.com/office/drawing/2014/main" id="{A8B54167-D14A-2DF9-E346-61EF10128AA1}"/>
              </a:ext>
            </a:extLst>
          </p:cNvPr>
          <p:cNvSpPr>
            <a:spLocks noGrp="1"/>
          </p:cNvSpPr>
          <p:nvPr>
            <p:ph type="body" sz="quarter" idx="48" hasCustomPrompt="1"/>
          </p:nvPr>
        </p:nvSpPr>
        <p:spPr>
          <a:xfrm>
            <a:off x="8766690" y="4736074"/>
            <a:ext cx="1652490" cy="334962"/>
          </a:xfrm>
          <a:prstGeom prst="rect">
            <a:avLst/>
          </a:prstGeom>
        </p:spPr>
        <p:txBody>
          <a:bodyPr/>
          <a:lstStyle>
            <a:lvl1pPr marL="0" indent="0" algn="ctr">
              <a:buNone/>
              <a:defRPr sz="1800" b="1" i="0">
                <a:solidFill>
                  <a:schemeClr val="tx1"/>
                </a:solidFill>
                <a:latin typeface="DM Sans SemiBold" pitchFamily="2" charset="77"/>
              </a:defRPr>
            </a:lvl1pPr>
          </a:lstStyle>
          <a:p>
            <a:pPr lvl="0"/>
            <a:r>
              <a:rPr lang="en-GB"/>
              <a:t>Lorem </a:t>
            </a:r>
            <a:r>
              <a:rPr lang="en-GB" err="1"/>
              <a:t>ipsem</a:t>
            </a:r>
            <a:endParaRPr lang="en-GB"/>
          </a:p>
        </p:txBody>
      </p:sp>
      <p:sp>
        <p:nvSpPr>
          <p:cNvPr id="47" name="Text Placeholder 11">
            <a:extLst>
              <a:ext uri="{FF2B5EF4-FFF2-40B4-BE49-F238E27FC236}">
                <a16:creationId xmlns:a16="http://schemas.microsoft.com/office/drawing/2014/main" id="{32406C43-4251-BEC8-8694-81F58D6D50E9}"/>
              </a:ext>
            </a:extLst>
          </p:cNvPr>
          <p:cNvSpPr>
            <a:spLocks noGrp="1"/>
          </p:cNvSpPr>
          <p:nvPr>
            <p:ph type="body" sz="quarter" idx="50" hasCustomPrompt="1"/>
          </p:nvPr>
        </p:nvSpPr>
        <p:spPr>
          <a:xfrm>
            <a:off x="331536" y="842300"/>
            <a:ext cx="7103980" cy="490643"/>
          </a:xfrm>
          <a:prstGeom prst="rect">
            <a:avLst/>
          </a:prstGeom>
        </p:spPr>
        <p:txBody>
          <a:bodyPr lIns="0"/>
          <a:lstStyle>
            <a:lvl1pPr marL="0" indent="0">
              <a:buNone/>
              <a:defRPr sz="44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48" name="Text Placeholder 40">
            <a:extLst>
              <a:ext uri="{FF2B5EF4-FFF2-40B4-BE49-F238E27FC236}">
                <a16:creationId xmlns:a16="http://schemas.microsoft.com/office/drawing/2014/main" id="{53C00CA1-5538-5FD3-9A76-A23CA5C15611}"/>
              </a:ext>
            </a:extLst>
          </p:cNvPr>
          <p:cNvSpPr>
            <a:spLocks noGrp="1"/>
          </p:cNvSpPr>
          <p:nvPr>
            <p:ph type="body" sz="quarter" idx="13" hasCustomPrompt="1"/>
          </p:nvPr>
        </p:nvSpPr>
        <p:spPr>
          <a:xfrm>
            <a:off x="1114198" y="3142622"/>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49" name="Text Placeholder 40">
            <a:extLst>
              <a:ext uri="{FF2B5EF4-FFF2-40B4-BE49-F238E27FC236}">
                <a16:creationId xmlns:a16="http://schemas.microsoft.com/office/drawing/2014/main" id="{1052BF91-DF9A-EDB1-3F99-1E72515B419D}"/>
              </a:ext>
            </a:extLst>
          </p:cNvPr>
          <p:cNvSpPr>
            <a:spLocks noGrp="1"/>
          </p:cNvSpPr>
          <p:nvPr>
            <p:ph type="body" sz="quarter" idx="15" hasCustomPrompt="1"/>
          </p:nvPr>
        </p:nvSpPr>
        <p:spPr>
          <a:xfrm>
            <a:off x="4626141" y="3142622"/>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0" name="Text Placeholder 40">
            <a:extLst>
              <a:ext uri="{FF2B5EF4-FFF2-40B4-BE49-F238E27FC236}">
                <a16:creationId xmlns:a16="http://schemas.microsoft.com/office/drawing/2014/main" id="{E71332AD-622B-17A1-E31C-ACF370F9D3B8}"/>
              </a:ext>
            </a:extLst>
          </p:cNvPr>
          <p:cNvSpPr>
            <a:spLocks noGrp="1"/>
          </p:cNvSpPr>
          <p:nvPr>
            <p:ph type="body" sz="quarter" idx="17" hasCustomPrompt="1"/>
          </p:nvPr>
        </p:nvSpPr>
        <p:spPr>
          <a:xfrm>
            <a:off x="8128145" y="3142622"/>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1" name="Text Placeholder 40">
            <a:extLst>
              <a:ext uri="{FF2B5EF4-FFF2-40B4-BE49-F238E27FC236}">
                <a16:creationId xmlns:a16="http://schemas.microsoft.com/office/drawing/2014/main" id="{2825FB9C-2F0C-0305-B34B-AD303333B1BF}"/>
              </a:ext>
            </a:extLst>
          </p:cNvPr>
          <p:cNvSpPr>
            <a:spLocks noGrp="1"/>
          </p:cNvSpPr>
          <p:nvPr>
            <p:ph type="body" sz="quarter" idx="19" hasCustomPrompt="1"/>
          </p:nvPr>
        </p:nvSpPr>
        <p:spPr>
          <a:xfrm>
            <a:off x="8128145" y="5128539"/>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2" name="Text Placeholder 40">
            <a:extLst>
              <a:ext uri="{FF2B5EF4-FFF2-40B4-BE49-F238E27FC236}">
                <a16:creationId xmlns:a16="http://schemas.microsoft.com/office/drawing/2014/main" id="{484D39D7-8D5C-0EFB-34CA-1D569BB9E410}"/>
              </a:ext>
            </a:extLst>
          </p:cNvPr>
          <p:cNvSpPr>
            <a:spLocks noGrp="1"/>
          </p:cNvSpPr>
          <p:nvPr>
            <p:ph type="body" sz="quarter" idx="21" hasCustomPrompt="1"/>
          </p:nvPr>
        </p:nvSpPr>
        <p:spPr>
          <a:xfrm>
            <a:off x="1114198" y="5128539"/>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53" name="Text Placeholder 40">
            <a:extLst>
              <a:ext uri="{FF2B5EF4-FFF2-40B4-BE49-F238E27FC236}">
                <a16:creationId xmlns:a16="http://schemas.microsoft.com/office/drawing/2014/main" id="{9AB759F7-2F83-78A2-25F8-6773E51AC3E8}"/>
              </a:ext>
            </a:extLst>
          </p:cNvPr>
          <p:cNvSpPr>
            <a:spLocks noGrp="1"/>
          </p:cNvSpPr>
          <p:nvPr>
            <p:ph type="body" sz="quarter" idx="23" hasCustomPrompt="1"/>
          </p:nvPr>
        </p:nvSpPr>
        <p:spPr>
          <a:xfrm>
            <a:off x="4626141" y="5128539"/>
            <a:ext cx="2936486" cy="505650"/>
          </a:xfrm>
          <a:prstGeom prst="rect">
            <a:avLst/>
          </a:prstGeom>
        </p:spPr>
        <p:txBody>
          <a:bodyPr/>
          <a:lstStyle>
            <a:lvl1pPr marL="0" indent="0" algn="ctr">
              <a:lnSpc>
                <a:spcPct val="100000"/>
              </a:lnSpc>
              <a:buNone/>
              <a:defRPr sz="1050" b="0" i="0">
                <a:solidFill>
                  <a:schemeClr val="tx1"/>
                </a:solidFill>
                <a:latin typeface="DM Sans ExtraLight" pitchFamily="2" charset="77"/>
              </a:defRPr>
            </a:lvl1pPr>
            <a:lvl2pPr>
              <a:defRPr sz="1000"/>
            </a:lvl2pPr>
            <a:lvl3pPr>
              <a:defRPr sz="1000"/>
            </a:lvl3pPr>
            <a:lvl4pPr>
              <a:defRPr sz="1000"/>
            </a:lvl4pPr>
            <a:lvl5pPr>
              <a:defRPr sz="1000"/>
            </a:lvl5pPr>
          </a:lstStyle>
          <a:p>
            <a:pPr algn="ctr"/>
            <a:r>
              <a:rPr lang="en-GB" sz="1000"/>
              <a:t>Lorem ipsum </a:t>
            </a:r>
            <a:r>
              <a:rPr lang="en-GB" sz="1000" err="1"/>
              <a:t>dolor</a:t>
            </a:r>
            <a:r>
              <a:rPr lang="en-GB" sz="1000"/>
              <a:t> sit </a:t>
            </a:r>
            <a:r>
              <a:rPr lang="en-GB" sz="1000" err="1"/>
              <a:t>amet</a:t>
            </a:r>
            <a:r>
              <a:rPr lang="en-GB" sz="1000"/>
              <a:t>, </a:t>
            </a:r>
            <a:r>
              <a:rPr lang="en-GB" sz="1000" err="1"/>
              <a:t>consectetur</a:t>
            </a:r>
            <a:r>
              <a:rPr lang="en-GB" sz="1000"/>
              <a:t> </a:t>
            </a:r>
            <a:r>
              <a:rPr lang="en-GB" sz="1000" err="1"/>
              <a:t>adipiscing</a:t>
            </a:r>
            <a:r>
              <a:rPr lang="en-GB" sz="1000"/>
              <a:t> </a:t>
            </a:r>
            <a:r>
              <a:rPr lang="en-GB" sz="1000" err="1"/>
              <a:t>elit</a:t>
            </a:r>
            <a:r>
              <a:rPr lang="en-GB" sz="1000"/>
              <a:t>, </a:t>
            </a:r>
            <a:r>
              <a:rPr lang="en-GB" sz="1000" err="1"/>
              <a:t>sed</a:t>
            </a:r>
            <a:r>
              <a:rPr lang="en-GB" sz="1000"/>
              <a:t> do </a:t>
            </a:r>
            <a:r>
              <a:rPr lang="en-GB" sz="1000" err="1"/>
              <a:t>eiusmod</a:t>
            </a:r>
            <a:r>
              <a:rPr lang="en-GB" sz="1000"/>
              <a:t> </a:t>
            </a:r>
            <a:r>
              <a:rPr lang="en-GB" sz="1000" err="1"/>
              <a:t>tempor</a:t>
            </a:r>
            <a:r>
              <a:rPr lang="en-GB" sz="1000"/>
              <a:t> </a:t>
            </a:r>
            <a:r>
              <a:rPr lang="en-GB" sz="1000" err="1"/>
              <a:t>incididunt</a:t>
            </a:r>
            <a:r>
              <a:rPr lang="en-GB" sz="1000"/>
              <a:t> </a:t>
            </a:r>
            <a:r>
              <a:rPr lang="en-GB" sz="1000" err="1"/>
              <a:t>ut</a:t>
            </a:r>
            <a:r>
              <a:rPr lang="en-GB" sz="1000"/>
              <a:t> labore et dolore magna </a:t>
            </a:r>
            <a:r>
              <a:rPr lang="en-GB" sz="1000" err="1"/>
              <a:t>aliqua</a:t>
            </a:r>
            <a:r>
              <a:rPr lang="en-GB" sz="1000"/>
              <a:t>.</a:t>
            </a:r>
            <a:endParaRPr lang="en-US" sz="1000">
              <a:solidFill>
                <a:schemeClr val="bg1"/>
              </a:solidFill>
              <a:latin typeface="Myriad Pro Light" panose="020B0403030403020204" pitchFamily="34" charset="0"/>
            </a:endParaRPr>
          </a:p>
        </p:txBody>
      </p:sp>
      <p:sp>
        <p:nvSpPr>
          <p:cNvPr id="15" name="TextBox 14">
            <a:extLst>
              <a:ext uri="{FF2B5EF4-FFF2-40B4-BE49-F238E27FC236}">
                <a16:creationId xmlns:a16="http://schemas.microsoft.com/office/drawing/2014/main" id="{A71407DB-B7AD-98B8-4114-0F42F002B247}"/>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16" name="Straight Connector 15">
            <a:extLst>
              <a:ext uri="{FF2B5EF4-FFF2-40B4-BE49-F238E27FC236}">
                <a16:creationId xmlns:a16="http://schemas.microsoft.com/office/drawing/2014/main" id="{52D4E8B1-46BA-32F4-BE96-E3E6F0E4EBF5}"/>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26B227D-ECF0-E3DD-8429-D81B99DE0320}"/>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18" name="TextBox 17">
            <a:extLst>
              <a:ext uri="{FF2B5EF4-FFF2-40B4-BE49-F238E27FC236}">
                <a16:creationId xmlns:a16="http://schemas.microsoft.com/office/drawing/2014/main" id="{B4486E45-5A99-5C81-3A3F-5BE34CB169AC}"/>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46988946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7_Title Slide">
    <p:spTree>
      <p:nvGrpSpPr>
        <p:cNvPr id="1" name=""/>
        <p:cNvGrpSpPr/>
        <p:nvPr/>
      </p:nvGrpSpPr>
      <p:grpSpPr>
        <a:xfrm>
          <a:off x="0" y="0"/>
          <a:ext cx="0" cy="0"/>
          <a:chOff x="0" y="0"/>
          <a:chExt cx="0" cy="0"/>
        </a:xfrm>
      </p:grpSpPr>
      <p:pic>
        <p:nvPicPr>
          <p:cNvPr id="2" name="Picture 1" descr="A blue and green wave&#10;&#10;AI-generated content may be incorrect.">
            <a:extLst>
              <a:ext uri="{FF2B5EF4-FFF2-40B4-BE49-F238E27FC236}">
                <a16:creationId xmlns:a16="http://schemas.microsoft.com/office/drawing/2014/main" id="{EA79B28B-AFA2-9C42-3804-7BB75394ABE8}"/>
              </a:ext>
            </a:extLst>
          </p:cNvPr>
          <p:cNvPicPr>
            <a:picLocks noGrp="1" noRot="1" noChangeAspect="1" noMove="1" noResize="1" noEditPoints="1" noAdjustHandles="1" noChangeArrowheads="1" noChangeShapeType="1" noCrop="1"/>
          </p:cNvPicPr>
          <p:nvPr userDrawn="1"/>
        </p:nvPicPr>
        <p:blipFill>
          <a:blip r:embed="rId2"/>
          <a:srcRect l="3424" r="3422" b="8636"/>
          <a:stretch/>
        </p:blipFill>
        <p:spPr>
          <a:xfrm>
            <a:off x="0" y="211014"/>
            <a:ext cx="12192000" cy="6729047"/>
          </a:xfrm>
          <a:prstGeom prst="rect">
            <a:avLst/>
          </a:prstGeom>
        </p:spPr>
      </p:pic>
      <p:pic>
        <p:nvPicPr>
          <p:cNvPr id="9" name="Picture 8" descr="A blue green and white logo&#10;&#10;AI-generated content may be incorrect.">
            <a:extLst>
              <a:ext uri="{FF2B5EF4-FFF2-40B4-BE49-F238E27FC236}">
                <a16:creationId xmlns:a16="http://schemas.microsoft.com/office/drawing/2014/main" id="{F378739D-AEC4-6A3C-CE29-B311F9C54F2E}"/>
              </a:ext>
            </a:extLst>
          </p:cNvPr>
          <p:cNvPicPr>
            <a:picLocks noChangeAspect="1"/>
          </p:cNvPicPr>
          <p:nvPr userDrawn="1"/>
        </p:nvPicPr>
        <p:blipFill>
          <a:blip r:embed="rId3"/>
          <a:stretch>
            <a:fillRect/>
          </a:stretch>
        </p:blipFill>
        <p:spPr>
          <a:xfrm>
            <a:off x="11552743" y="6168835"/>
            <a:ext cx="342227" cy="384365"/>
          </a:xfrm>
          <a:prstGeom prst="rect">
            <a:avLst/>
          </a:prstGeom>
        </p:spPr>
      </p:pic>
      <p:sp>
        <p:nvSpPr>
          <p:cNvPr id="5" name="Text Placeholder 11">
            <a:extLst>
              <a:ext uri="{FF2B5EF4-FFF2-40B4-BE49-F238E27FC236}">
                <a16:creationId xmlns:a16="http://schemas.microsoft.com/office/drawing/2014/main" id="{205534EF-A320-2D4D-A225-1A043F4DB964}"/>
              </a:ext>
            </a:extLst>
          </p:cNvPr>
          <p:cNvSpPr>
            <a:spLocks noGrp="1"/>
          </p:cNvSpPr>
          <p:nvPr>
            <p:ph type="body" sz="quarter" idx="33" hasCustomPrompt="1"/>
          </p:nvPr>
        </p:nvSpPr>
        <p:spPr>
          <a:xfrm>
            <a:off x="344631" y="1575026"/>
            <a:ext cx="8529113" cy="512004"/>
          </a:xfrm>
          <a:prstGeom prst="rect">
            <a:avLst/>
          </a:prstGeom>
        </p:spPr>
        <p:txBody>
          <a:bodyPr lIns="0"/>
          <a:lstStyle>
            <a:lvl1pPr marL="0" indent="0">
              <a:buNone/>
              <a:defRPr sz="1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a:t>
            </a:r>
          </a:p>
        </p:txBody>
      </p:sp>
      <p:sp>
        <p:nvSpPr>
          <p:cNvPr id="6" name="Text Placeholder 11">
            <a:extLst>
              <a:ext uri="{FF2B5EF4-FFF2-40B4-BE49-F238E27FC236}">
                <a16:creationId xmlns:a16="http://schemas.microsoft.com/office/drawing/2014/main" id="{749AF315-2D2D-8050-9029-C70DB52F7312}"/>
              </a:ext>
            </a:extLst>
          </p:cNvPr>
          <p:cNvSpPr>
            <a:spLocks noGrp="1"/>
          </p:cNvSpPr>
          <p:nvPr>
            <p:ph type="body" sz="quarter" idx="44" hasCustomPrompt="1"/>
          </p:nvPr>
        </p:nvSpPr>
        <p:spPr>
          <a:xfrm>
            <a:off x="331536" y="842300"/>
            <a:ext cx="7103980" cy="490643"/>
          </a:xfrm>
          <a:prstGeom prst="rect">
            <a:avLst/>
          </a:prstGeom>
        </p:spPr>
        <p:txBody>
          <a:bodyPr lIns="0"/>
          <a:lstStyle>
            <a:lvl1pPr marL="0" indent="0">
              <a:buNone/>
              <a:defRPr sz="44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7" name="TextBox 6">
            <a:extLst>
              <a:ext uri="{FF2B5EF4-FFF2-40B4-BE49-F238E27FC236}">
                <a16:creationId xmlns:a16="http://schemas.microsoft.com/office/drawing/2014/main" id="{CD78EA9F-7348-5FFA-5E6F-E8C3EC1EF63A}"/>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8" name="Straight Connector 7">
            <a:extLst>
              <a:ext uri="{FF2B5EF4-FFF2-40B4-BE49-F238E27FC236}">
                <a16:creationId xmlns:a16="http://schemas.microsoft.com/office/drawing/2014/main" id="{A46B9EA5-6B03-E3E6-79D5-B87B22D33EE2}"/>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46342CBD-82DC-9D1A-8173-E764BDD12EE5}"/>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12" name="TextBox 11">
            <a:extLst>
              <a:ext uri="{FF2B5EF4-FFF2-40B4-BE49-F238E27FC236}">
                <a16:creationId xmlns:a16="http://schemas.microsoft.com/office/drawing/2014/main" id="{AF1A05A6-9AF5-5176-82E6-152624B00A69}"/>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211409980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8_Title Slide">
    <p:spTree>
      <p:nvGrpSpPr>
        <p:cNvPr id="1" name=""/>
        <p:cNvGrpSpPr/>
        <p:nvPr/>
      </p:nvGrpSpPr>
      <p:grpSpPr>
        <a:xfrm>
          <a:off x="0" y="0"/>
          <a:ext cx="0" cy="0"/>
          <a:chOff x="0" y="0"/>
          <a:chExt cx="0" cy="0"/>
        </a:xfrm>
      </p:grpSpPr>
      <p:pic>
        <p:nvPicPr>
          <p:cNvPr id="2" name="Picture 1" descr="A blue and green swirls&#10;&#10;AI-generated content may be incorrect.">
            <a:extLst>
              <a:ext uri="{FF2B5EF4-FFF2-40B4-BE49-F238E27FC236}">
                <a16:creationId xmlns:a16="http://schemas.microsoft.com/office/drawing/2014/main" id="{402DEE12-0491-98A5-7092-B49B8EB464B8}"/>
              </a:ext>
            </a:extLst>
          </p:cNvPr>
          <p:cNvPicPr>
            <a:picLocks noGrp="1" noRot="1" noChangeAspect="1" noMove="1" noResize="1" noEditPoints="1" noAdjustHandles="1" noChangeArrowheads="1" noChangeShapeType="1" noCrop="1"/>
          </p:cNvPicPr>
          <p:nvPr userDrawn="1"/>
        </p:nvPicPr>
        <p:blipFill>
          <a:blip r:embed="rId2">
            <a:alphaModFix/>
          </a:blip>
          <a:srcRect l="5925" t="5942" r="5925" b="5942"/>
          <a:stretch/>
        </p:blipFill>
        <p:spPr>
          <a:xfrm>
            <a:off x="0" y="0"/>
            <a:ext cx="12192000" cy="6858000"/>
          </a:xfrm>
          <a:prstGeom prst="rect">
            <a:avLst/>
          </a:prstGeom>
          <a:solidFill>
            <a:schemeClr val="bg2"/>
          </a:solidFill>
        </p:spPr>
      </p:pic>
      <p:sp>
        <p:nvSpPr>
          <p:cNvPr id="9" name="Rounded Rectangle 8">
            <a:extLst>
              <a:ext uri="{FF2B5EF4-FFF2-40B4-BE49-F238E27FC236}">
                <a16:creationId xmlns:a16="http://schemas.microsoft.com/office/drawing/2014/main" id="{66253DC2-E7A4-E2FB-081E-ECEF14623DF1}"/>
              </a:ext>
            </a:extLst>
          </p:cNvPr>
          <p:cNvSpPr/>
          <p:nvPr userDrawn="1"/>
        </p:nvSpPr>
        <p:spPr>
          <a:xfrm>
            <a:off x="9139868" y="520497"/>
            <a:ext cx="1912445" cy="1794608"/>
          </a:xfrm>
          <a:prstGeom prst="roundRect">
            <a:avLst/>
          </a:prstGeom>
          <a:solidFill>
            <a:schemeClr val="bg1">
              <a:alpha val="49779"/>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10" name="Picture 9" descr="A blue green and white logo&#10;&#10;AI-generated content may be incorrect.">
            <a:extLst>
              <a:ext uri="{FF2B5EF4-FFF2-40B4-BE49-F238E27FC236}">
                <a16:creationId xmlns:a16="http://schemas.microsoft.com/office/drawing/2014/main" id="{F48DF726-C6D5-E6FE-AD21-CE0E61BB78AF}"/>
              </a:ext>
            </a:extLst>
          </p:cNvPr>
          <p:cNvPicPr>
            <a:picLocks noChangeAspect="1"/>
          </p:cNvPicPr>
          <p:nvPr userDrawn="1"/>
        </p:nvPicPr>
        <p:blipFill>
          <a:blip r:embed="rId3"/>
          <a:stretch>
            <a:fillRect/>
          </a:stretch>
        </p:blipFill>
        <p:spPr>
          <a:xfrm>
            <a:off x="11552743" y="6168835"/>
            <a:ext cx="342227" cy="384365"/>
          </a:xfrm>
          <a:prstGeom prst="rect">
            <a:avLst/>
          </a:prstGeom>
        </p:spPr>
      </p:pic>
      <p:cxnSp>
        <p:nvCxnSpPr>
          <p:cNvPr id="5" name="Straight Connector 4">
            <a:extLst>
              <a:ext uri="{FF2B5EF4-FFF2-40B4-BE49-F238E27FC236}">
                <a16:creationId xmlns:a16="http://schemas.microsoft.com/office/drawing/2014/main" id="{BC522275-B4AC-73ED-93F1-309745E4DEE6}"/>
              </a:ext>
            </a:extLst>
          </p:cNvPr>
          <p:cNvCxnSpPr>
            <a:cxnSpLocks/>
          </p:cNvCxnSpPr>
          <p:nvPr userDrawn="1"/>
        </p:nvCxnSpPr>
        <p:spPr>
          <a:xfrm>
            <a:off x="305905" y="1590567"/>
            <a:ext cx="1016816" cy="0"/>
          </a:xfrm>
          <a:prstGeom prst="line">
            <a:avLst/>
          </a:prstGeom>
          <a:ln w="28575">
            <a:solidFill>
              <a:srgbClr val="A1BF24"/>
            </a:solidFill>
          </a:ln>
        </p:spPr>
        <p:style>
          <a:lnRef idx="1">
            <a:schemeClr val="accent6"/>
          </a:lnRef>
          <a:fillRef idx="0">
            <a:schemeClr val="accent6"/>
          </a:fillRef>
          <a:effectRef idx="0">
            <a:schemeClr val="accent6"/>
          </a:effectRef>
          <a:fontRef idx="minor">
            <a:schemeClr val="tx1"/>
          </a:fontRef>
        </p:style>
      </p:cxnSp>
      <p:sp>
        <p:nvSpPr>
          <p:cNvPr id="6" name="Text Placeholder 11">
            <a:extLst>
              <a:ext uri="{FF2B5EF4-FFF2-40B4-BE49-F238E27FC236}">
                <a16:creationId xmlns:a16="http://schemas.microsoft.com/office/drawing/2014/main" id="{93988083-9190-B73A-2DF3-8187EDA38317}"/>
              </a:ext>
            </a:extLst>
          </p:cNvPr>
          <p:cNvSpPr>
            <a:spLocks noGrp="1"/>
          </p:cNvSpPr>
          <p:nvPr>
            <p:ph type="body" sz="quarter" idx="12" hasCustomPrompt="1"/>
          </p:nvPr>
        </p:nvSpPr>
        <p:spPr>
          <a:xfrm>
            <a:off x="315632" y="1807180"/>
            <a:ext cx="6614555" cy="1019884"/>
          </a:xfrm>
          <a:prstGeom prst="rect">
            <a:avLst/>
          </a:prstGeom>
        </p:spPr>
        <p:txBody>
          <a:bodyPr lIns="0"/>
          <a:lstStyle>
            <a:lvl1pPr marL="0" indent="0">
              <a:lnSpc>
                <a:spcPct val="100000"/>
              </a:lnSpc>
              <a:buNone/>
              <a:defRPr sz="1200" b="0" i="0">
                <a:solidFill>
                  <a:schemeClr val="tx1"/>
                </a:solidFill>
                <a:latin typeface="DM Sans ExtraLight" pitchFamily="2" charset="77"/>
              </a:defRPr>
            </a:lvl1pPr>
            <a:lvl2pPr>
              <a:defRPr sz="6000"/>
            </a:lvl2pPr>
            <a:lvl3pPr>
              <a:defRPr sz="6000"/>
            </a:lvl3pPr>
            <a:lvl4pPr>
              <a:defRPr sz="6000"/>
            </a:lvl4pPr>
            <a:lvl5pPr>
              <a:defRPr sz="6000"/>
            </a:lvl5pPr>
          </a:lstStyle>
          <a:p>
            <a:pPr lvl="0"/>
            <a:r>
              <a:rPr lang="en-GB"/>
              <a:t>Lorem ipsum </a:t>
            </a:r>
            <a:r>
              <a:rPr lang="en-GB" err="1"/>
              <a:t>dolor</a:t>
            </a:r>
            <a:r>
              <a:rPr lang="en-GB"/>
              <a:t> sit </a:t>
            </a:r>
            <a:r>
              <a:rPr lang="en-GB" err="1"/>
              <a:t>amet</a:t>
            </a:r>
            <a:r>
              <a:rPr lang="en-GB"/>
              <a:t>, </a:t>
            </a:r>
            <a:r>
              <a:rPr lang="en-GB" err="1"/>
              <a:t>consectetur</a:t>
            </a:r>
            <a:r>
              <a:rPr lang="en-GB"/>
              <a:t> </a:t>
            </a:r>
            <a:r>
              <a:rPr lang="en-GB" err="1"/>
              <a:t>adipiscing</a:t>
            </a:r>
            <a:r>
              <a:rPr lang="en-GB"/>
              <a:t> </a:t>
            </a:r>
            <a:r>
              <a:rPr lang="en-GB" err="1"/>
              <a:t>elit</a:t>
            </a:r>
            <a:r>
              <a:rPr lang="en-GB"/>
              <a:t>, </a:t>
            </a:r>
            <a:r>
              <a:rPr lang="en-GB" err="1"/>
              <a:t>sed</a:t>
            </a:r>
            <a:r>
              <a:rPr lang="en-GB"/>
              <a:t> do </a:t>
            </a:r>
            <a:r>
              <a:rPr lang="en-GB" err="1"/>
              <a:t>eiusmod</a:t>
            </a:r>
            <a:r>
              <a:rPr lang="en-GB"/>
              <a:t> </a:t>
            </a:r>
            <a:r>
              <a:rPr lang="en-GB" err="1"/>
              <a:t>tempor</a:t>
            </a:r>
            <a:r>
              <a:rPr lang="en-GB"/>
              <a:t> </a:t>
            </a:r>
            <a:r>
              <a:rPr lang="en-GB" err="1"/>
              <a:t>incididunt</a:t>
            </a:r>
            <a:r>
              <a:rPr lang="en-GB"/>
              <a:t> </a:t>
            </a:r>
            <a:r>
              <a:rPr lang="en-GB" err="1"/>
              <a:t>ut</a:t>
            </a:r>
            <a:r>
              <a:rPr lang="en-GB"/>
              <a:t> labore et dolore magna </a:t>
            </a:r>
            <a:r>
              <a:rPr lang="en-GB" err="1"/>
              <a:t>aliqua</a:t>
            </a:r>
            <a:r>
              <a:rPr lang="en-GB"/>
              <a:t>. Ut </a:t>
            </a:r>
            <a:r>
              <a:rPr lang="en-GB" err="1"/>
              <a:t>enim</a:t>
            </a:r>
            <a:r>
              <a:rPr lang="en-GB"/>
              <a:t> ad minim </a:t>
            </a:r>
            <a:r>
              <a:rPr lang="en-GB" err="1"/>
              <a:t>veniam</a:t>
            </a:r>
            <a:r>
              <a:rPr lang="en-GB"/>
              <a:t>, </a:t>
            </a:r>
            <a:r>
              <a:rPr lang="en-GB" err="1"/>
              <a:t>quis</a:t>
            </a:r>
            <a:r>
              <a:rPr lang="en-GB"/>
              <a:t> </a:t>
            </a:r>
            <a:r>
              <a:rPr lang="en-GB" err="1"/>
              <a:t>nostrud</a:t>
            </a:r>
            <a:r>
              <a:rPr lang="en-GB"/>
              <a:t> exercitation </a:t>
            </a:r>
            <a:r>
              <a:rPr lang="en-GB" err="1"/>
              <a:t>ullamco</a:t>
            </a:r>
            <a:r>
              <a:rPr lang="en-GB"/>
              <a:t>. </a:t>
            </a:r>
            <a:br>
              <a:rPr lang="en-GB"/>
            </a:br>
            <a:br>
              <a:rPr lang="en-GB"/>
            </a:br>
            <a:r>
              <a:rPr lang="en-GB" err="1"/>
              <a:t>Laboris</a:t>
            </a:r>
            <a:r>
              <a:rPr lang="en-GB"/>
              <a:t> nisi </a:t>
            </a:r>
            <a:r>
              <a:rPr lang="en-GB" err="1"/>
              <a:t>ut</a:t>
            </a:r>
            <a:r>
              <a:rPr lang="en-GB"/>
              <a:t> </a:t>
            </a:r>
            <a:r>
              <a:rPr lang="en-GB" err="1"/>
              <a:t>aliquip</a:t>
            </a:r>
            <a:r>
              <a:rPr lang="en-GB"/>
              <a:t> ex </a:t>
            </a:r>
            <a:r>
              <a:rPr lang="en-GB" err="1"/>
              <a:t>ea</a:t>
            </a:r>
            <a:r>
              <a:rPr lang="en-GB"/>
              <a:t> </a:t>
            </a:r>
            <a:r>
              <a:rPr lang="en-GB" err="1"/>
              <a:t>commodo</a:t>
            </a:r>
            <a:r>
              <a:rPr lang="en-GB"/>
              <a:t> </a:t>
            </a:r>
            <a:r>
              <a:rPr lang="en-GB" err="1"/>
              <a:t>consequat</a:t>
            </a:r>
            <a:r>
              <a:rPr lang="en-GB"/>
              <a:t>. Duis </a:t>
            </a:r>
            <a:r>
              <a:rPr lang="en-GB" err="1"/>
              <a:t>aute</a:t>
            </a:r>
            <a:r>
              <a:rPr lang="en-GB"/>
              <a:t> </a:t>
            </a:r>
            <a:r>
              <a:rPr lang="en-GB" err="1"/>
              <a:t>irure</a:t>
            </a:r>
            <a:r>
              <a:rPr lang="en-GB"/>
              <a:t> </a:t>
            </a:r>
            <a:r>
              <a:rPr lang="en-GB" err="1"/>
              <a:t>dolor</a:t>
            </a:r>
            <a:r>
              <a:rPr lang="en-GB"/>
              <a:t> in </a:t>
            </a:r>
            <a:r>
              <a:rPr lang="en-GB" err="1"/>
              <a:t>reprehenderit</a:t>
            </a:r>
            <a:r>
              <a:rPr lang="en-GB"/>
              <a:t> in </a:t>
            </a:r>
            <a:r>
              <a:rPr lang="en-GB" err="1"/>
              <a:t>voluptate</a:t>
            </a:r>
            <a:r>
              <a:rPr lang="en-GB"/>
              <a:t> </a:t>
            </a:r>
            <a:r>
              <a:rPr lang="en-GB" err="1"/>
              <a:t>velit</a:t>
            </a:r>
            <a:r>
              <a:rPr lang="en-GB"/>
              <a:t> esse </a:t>
            </a:r>
            <a:r>
              <a:rPr lang="en-GB" err="1"/>
              <a:t>cillum</a:t>
            </a:r>
            <a:r>
              <a:rPr lang="en-GB"/>
              <a:t> dolore </a:t>
            </a:r>
            <a:r>
              <a:rPr lang="en-GB" err="1"/>
              <a:t>eu</a:t>
            </a:r>
            <a:r>
              <a:rPr lang="en-GB"/>
              <a:t> </a:t>
            </a:r>
            <a:r>
              <a:rPr lang="en-GB" err="1"/>
              <a:t>fugiat</a:t>
            </a:r>
            <a:r>
              <a:rPr lang="en-GB"/>
              <a:t> </a:t>
            </a:r>
            <a:r>
              <a:rPr lang="en-GB" err="1"/>
              <a:t>nulla</a:t>
            </a:r>
            <a:r>
              <a:rPr lang="en-GB"/>
              <a:t> </a:t>
            </a:r>
            <a:r>
              <a:rPr lang="en-GB" err="1"/>
              <a:t>pariatur</a:t>
            </a:r>
            <a:r>
              <a:rPr lang="en-GB"/>
              <a:t>. </a:t>
            </a:r>
          </a:p>
        </p:txBody>
      </p:sp>
      <p:sp>
        <p:nvSpPr>
          <p:cNvPr id="7" name="Text Placeholder 11">
            <a:extLst>
              <a:ext uri="{FF2B5EF4-FFF2-40B4-BE49-F238E27FC236}">
                <a16:creationId xmlns:a16="http://schemas.microsoft.com/office/drawing/2014/main" id="{8B38623E-48D3-126A-3848-54EF1DD5C895}"/>
              </a:ext>
            </a:extLst>
          </p:cNvPr>
          <p:cNvSpPr>
            <a:spLocks noGrp="1"/>
          </p:cNvSpPr>
          <p:nvPr>
            <p:ph type="body" sz="quarter" idx="34" hasCustomPrompt="1"/>
          </p:nvPr>
        </p:nvSpPr>
        <p:spPr>
          <a:xfrm>
            <a:off x="331535" y="842300"/>
            <a:ext cx="6598653" cy="490643"/>
          </a:xfrm>
          <a:prstGeom prst="rect">
            <a:avLst/>
          </a:prstGeom>
        </p:spPr>
        <p:txBody>
          <a:bodyPr lIns="0"/>
          <a:lstStyle>
            <a:lvl1pPr marL="0" indent="0">
              <a:buNone/>
              <a:defRPr sz="4400" b="0" i="0">
                <a:solidFill>
                  <a:schemeClr val="tx1"/>
                </a:solidFill>
                <a:latin typeface="DM Sans" pitchFamily="2" charset="77"/>
              </a:defRPr>
            </a:lvl1pPr>
            <a:lvl2pPr>
              <a:defRPr sz="6000"/>
            </a:lvl2pPr>
            <a:lvl3pPr>
              <a:defRPr sz="6000"/>
            </a:lvl3pPr>
            <a:lvl4pPr>
              <a:defRPr sz="6000"/>
            </a:lvl4pPr>
            <a:lvl5pPr>
              <a:defRPr sz="6000"/>
            </a:lvl5pPr>
          </a:lstStyle>
          <a:p>
            <a:pPr lvl="0"/>
            <a:r>
              <a:rPr lang="en-GB"/>
              <a:t>Click to edit section title</a:t>
            </a:r>
          </a:p>
        </p:txBody>
      </p:sp>
      <p:sp>
        <p:nvSpPr>
          <p:cNvPr id="8" name="TextBox 7">
            <a:extLst>
              <a:ext uri="{FF2B5EF4-FFF2-40B4-BE49-F238E27FC236}">
                <a16:creationId xmlns:a16="http://schemas.microsoft.com/office/drawing/2014/main" id="{1D042539-F450-745B-B03C-9267FA9D7524}"/>
              </a:ext>
            </a:extLst>
          </p:cNvPr>
          <p:cNvSpPr txBox="1"/>
          <p:nvPr userDrawn="1"/>
        </p:nvSpPr>
        <p:spPr>
          <a:xfrm>
            <a:off x="209177" y="239059"/>
            <a:ext cx="715260" cy="246221"/>
          </a:xfrm>
          <a:prstGeom prst="rect">
            <a:avLst/>
          </a:prstGeom>
          <a:noFill/>
        </p:spPr>
        <p:txBody>
          <a:bodyPr wrap="none" rtlCol="0">
            <a:spAutoFit/>
          </a:bodyPr>
          <a:lstStyle/>
          <a:p>
            <a:pPr algn="r"/>
            <a:r>
              <a:rPr lang="en-US" sz="1000" b="1" i="1" err="1">
                <a:solidFill>
                  <a:schemeClr val="tx1"/>
                </a:solidFill>
                <a:latin typeface="DM Sans" pitchFamily="2" charset="77"/>
              </a:rPr>
              <a:t>entelect</a:t>
            </a:r>
            <a:endParaRPr lang="en-US" sz="1000" b="1" i="1">
              <a:solidFill>
                <a:schemeClr val="tx1"/>
              </a:solidFill>
              <a:latin typeface="DM Sans" pitchFamily="2" charset="77"/>
            </a:endParaRPr>
          </a:p>
        </p:txBody>
      </p:sp>
      <p:cxnSp>
        <p:nvCxnSpPr>
          <p:cNvPr id="11" name="Straight Connector 10">
            <a:extLst>
              <a:ext uri="{FF2B5EF4-FFF2-40B4-BE49-F238E27FC236}">
                <a16:creationId xmlns:a16="http://schemas.microsoft.com/office/drawing/2014/main" id="{653ABB82-71C7-63EC-A1B7-9100A84CCD14}"/>
              </a:ext>
            </a:extLst>
          </p:cNvPr>
          <p:cNvCxnSpPr>
            <a:cxnSpLocks/>
          </p:cNvCxnSpPr>
          <p:nvPr userDrawn="1"/>
        </p:nvCxnSpPr>
        <p:spPr>
          <a:xfrm>
            <a:off x="929103" y="316719"/>
            <a:ext cx="0" cy="8890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36DA30BF-91E2-8E09-F771-B7CE28211FF5}"/>
              </a:ext>
            </a:extLst>
          </p:cNvPr>
          <p:cNvSpPr txBox="1"/>
          <p:nvPr userDrawn="1"/>
        </p:nvSpPr>
        <p:spPr>
          <a:xfrm>
            <a:off x="930787" y="239059"/>
            <a:ext cx="1398140" cy="246221"/>
          </a:xfrm>
          <a:prstGeom prst="rect">
            <a:avLst/>
          </a:prstGeom>
          <a:noFill/>
        </p:spPr>
        <p:txBody>
          <a:bodyPr wrap="none" rtlCol="0">
            <a:spAutoFit/>
          </a:bodyPr>
          <a:lstStyle/>
          <a:p>
            <a:pPr algn="l"/>
            <a:r>
              <a:rPr lang="en-US" sz="1000" b="0" i="1">
                <a:solidFill>
                  <a:schemeClr val="tx1"/>
                </a:solidFill>
                <a:latin typeface="DM Sans ExtraLight" pitchFamily="2" charset="77"/>
              </a:rPr>
              <a:t>everything is possible</a:t>
            </a:r>
          </a:p>
        </p:txBody>
      </p:sp>
      <p:sp>
        <p:nvSpPr>
          <p:cNvPr id="14" name="TextBox 13">
            <a:extLst>
              <a:ext uri="{FF2B5EF4-FFF2-40B4-BE49-F238E27FC236}">
                <a16:creationId xmlns:a16="http://schemas.microsoft.com/office/drawing/2014/main" id="{873740AC-FB50-5325-CC14-3AA9AD810148}"/>
              </a:ext>
            </a:extLst>
          </p:cNvPr>
          <p:cNvSpPr txBox="1"/>
          <p:nvPr userDrawn="1"/>
        </p:nvSpPr>
        <p:spPr>
          <a:xfrm>
            <a:off x="304800" y="6276201"/>
            <a:ext cx="1172308" cy="261610"/>
          </a:xfrm>
          <a:prstGeom prst="rect">
            <a:avLst/>
          </a:prstGeom>
          <a:noFill/>
        </p:spPr>
        <p:txBody>
          <a:bodyPr wrap="square" lIns="0" rtlCol="0">
            <a:spAutoFit/>
          </a:bodyPr>
          <a:lstStyle/>
          <a:p>
            <a:r>
              <a:rPr lang="en-US" sz="1100" b="0" i="0" err="1">
                <a:solidFill>
                  <a:schemeClr val="tx1"/>
                </a:solidFill>
                <a:latin typeface="DM Sans ExtraLight" pitchFamily="2" charset="77"/>
              </a:rPr>
              <a:t>entelect.com</a:t>
            </a:r>
            <a:endParaRPr lang="en-US" sz="1100" b="0" i="0">
              <a:solidFill>
                <a:schemeClr val="tx1"/>
              </a:solidFill>
              <a:latin typeface="DM Sans ExtraLight" pitchFamily="2" charset="77"/>
            </a:endParaRPr>
          </a:p>
        </p:txBody>
      </p:sp>
    </p:spTree>
    <p:extLst>
      <p:ext uri="{BB962C8B-B14F-4D97-AF65-F5344CB8AC3E}">
        <p14:creationId xmlns:p14="http://schemas.microsoft.com/office/powerpoint/2010/main" val="32897810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theme" Target="../theme/theme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1102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215040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192" userDrawn="1">
          <p15:clr>
            <a:srgbClr val="F26B43"/>
          </p15:clr>
        </p15:guide>
        <p15:guide id="4" pos="712" userDrawn="1">
          <p15:clr>
            <a:srgbClr val="F26B43"/>
          </p15:clr>
        </p15:guide>
        <p15:guide id="5" pos="808" userDrawn="1">
          <p15:clr>
            <a:srgbClr val="F26B43"/>
          </p15:clr>
        </p15:guide>
        <p15:guide id="6" pos="1328" userDrawn="1">
          <p15:clr>
            <a:srgbClr val="F26B43"/>
          </p15:clr>
        </p15:guide>
        <p15:guide id="7" pos="1424" userDrawn="1">
          <p15:clr>
            <a:srgbClr val="F26B43"/>
          </p15:clr>
        </p15:guide>
        <p15:guide id="8" pos="1944" userDrawn="1">
          <p15:clr>
            <a:srgbClr val="F26B43"/>
          </p15:clr>
        </p15:guide>
        <p15:guide id="9" pos="2040" userDrawn="1">
          <p15:clr>
            <a:srgbClr val="F26B43"/>
          </p15:clr>
        </p15:guide>
        <p15:guide id="10" pos="2560" userDrawn="1">
          <p15:clr>
            <a:srgbClr val="F26B43"/>
          </p15:clr>
        </p15:guide>
        <p15:guide id="11" pos="2656" userDrawn="1">
          <p15:clr>
            <a:srgbClr val="F26B43"/>
          </p15:clr>
        </p15:guide>
        <p15:guide id="12" pos="3176" userDrawn="1">
          <p15:clr>
            <a:srgbClr val="F26B43"/>
          </p15:clr>
        </p15:guide>
        <p15:guide id="13" pos="3272" userDrawn="1">
          <p15:clr>
            <a:srgbClr val="F26B43"/>
          </p15:clr>
        </p15:guide>
        <p15:guide id="14" pos="3792" userDrawn="1">
          <p15:clr>
            <a:srgbClr val="F26B43"/>
          </p15:clr>
        </p15:guide>
        <p15:guide id="15" pos="3888" userDrawn="1">
          <p15:clr>
            <a:srgbClr val="F26B43"/>
          </p15:clr>
        </p15:guide>
        <p15:guide id="16" pos="4408" userDrawn="1">
          <p15:clr>
            <a:srgbClr val="F26B43"/>
          </p15:clr>
        </p15:guide>
        <p15:guide id="17" pos="4504" userDrawn="1">
          <p15:clr>
            <a:srgbClr val="F26B43"/>
          </p15:clr>
        </p15:guide>
        <p15:guide id="18" pos="5024" userDrawn="1">
          <p15:clr>
            <a:srgbClr val="F26B43"/>
          </p15:clr>
        </p15:guide>
        <p15:guide id="19" pos="5120" userDrawn="1">
          <p15:clr>
            <a:srgbClr val="F26B43"/>
          </p15:clr>
        </p15:guide>
        <p15:guide id="20" pos="5640" userDrawn="1">
          <p15:clr>
            <a:srgbClr val="F26B43"/>
          </p15:clr>
        </p15:guide>
        <p15:guide id="21" pos="5736" userDrawn="1">
          <p15:clr>
            <a:srgbClr val="F26B43"/>
          </p15:clr>
        </p15:guide>
        <p15:guide id="22" pos="6256" userDrawn="1">
          <p15:clr>
            <a:srgbClr val="F26B43"/>
          </p15:clr>
        </p15:guide>
        <p15:guide id="23" pos="6352" userDrawn="1">
          <p15:clr>
            <a:srgbClr val="F26B43"/>
          </p15:clr>
        </p15:guide>
        <p15:guide id="24" pos="6872" userDrawn="1">
          <p15:clr>
            <a:srgbClr val="F26B43"/>
          </p15:clr>
        </p15:guide>
        <p15:guide id="25" pos="6968" userDrawn="1">
          <p15:clr>
            <a:srgbClr val="F26B43"/>
          </p15:clr>
        </p15:guide>
        <p15:guide id="26" pos="7488" userDrawn="1">
          <p15:clr>
            <a:srgbClr val="F26B43"/>
          </p15:clr>
        </p15:guide>
        <p15:guide id="27" orient="horz" userDrawn="1">
          <p15:clr>
            <a:srgbClr val="F26B43"/>
          </p15:clr>
        </p15:guide>
        <p15:guide id="28" orient="horz" pos="4320" userDrawn="1">
          <p15:clr>
            <a:srgbClr val="F26B43"/>
          </p15:clr>
        </p15:guide>
        <p15:guide id="29" orient="horz" pos="192" userDrawn="1">
          <p15:clr>
            <a:srgbClr val="F26B43"/>
          </p15:clr>
        </p15:guide>
        <p15:guide id="30" orient="horz" pos="412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011023"/>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44411888"/>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192" userDrawn="1">
          <p15:clr>
            <a:srgbClr val="F26B43"/>
          </p15:clr>
        </p15:guide>
        <p15:guide id="4" pos="712" userDrawn="1">
          <p15:clr>
            <a:srgbClr val="F26B43"/>
          </p15:clr>
        </p15:guide>
        <p15:guide id="5" pos="808" userDrawn="1">
          <p15:clr>
            <a:srgbClr val="F26B43"/>
          </p15:clr>
        </p15:guide>
        <p15:guide id="6" pos="1328" userDrawn="1">
          <p15:clr>
            <a:srgbClr val="F26B43"/>
          </p15:clr>
        </p15:guide>
        <p15:guide id="7" pos="1424" userDrawn="1">
          <p15:clr>
            <a:srgbClr val="F26B43"/>
          </p15:clr>
        </p15:guide>
        <p15:guide id="8" pos="1944" userDrawn="1">
          <p15:clr>
            <a:srgbClr val="F26B43"/>
          </p15:clr>
        </p15:guide>
        <p15:guide id="9" pos="2040" userDrawn="1">
          <p15:clr>
            <a:srgbClr val="F26B43"/>
          </p15:clr>
        </p15:guide>
        <p15:guide id="10" pos="2560" userDrawn="1">
          <p15:clr>
            <a:srgbClr val="F26B43"/>
          </p15:clr>
        </p15:guide>
        <p15:guide id="11" pos="2656" userDrawn="1">
          <p15:clr>
            <a:srgbClr val="F26B43"/>
          </p15:clr>
        </p15:guide>
        <p15:guide id="12" pos="3176" userDrawn="1">
          <p15:clr>
            <a:srgbClr val="F26B43"/>
          </p15:clr>
        </p15:guide>
        <p15:guide id="13" pos="3272" userDrawn="1">
          <p15:clr>
            <a:srgbClr val="F26B43"/>
          </p15:clr>
        </p15:guide>
        <p15:guide id="14" pos="3792" userDrawn="1">
          <p15:clr>
            <a:srgbClr val="F26B43"/>
          </p15:clr>
        </p15:guide>
        <p15:guide id="15" pos="3888" userDrawn="1">
          <p15:clr>
            <a:srgbClr val="F26B43"/>
          </p15:clr>
        </p15:guide>
        <p15:guide id="16" pos="4408" userDrawn="1">
          <p15:clr>
            <a:srgbClr val="F26B43"/>
          </p15:clr>
        </p15:guide>
        <p15:guide id="17" pos="4504" userDrawn="1">
          <p15:clr>
            <a:srgbClr val="F26B43"/>
          </p15:clr>
        </p15:guide>
        <p15:guide id="18" pos="5024" userDrawn="1">
          <p15:clr>
            <a:srgbClr val="F26B43"/>
          </p15:clr>
        </p15:guide>
        <p15:guide id="19" pos="5120" userDrawn="1">
          <p15:clr>
            <a:srgbClr val="F26B43"/>
          </p15:clr>
        </p15:guide>
        <p15:guide id="20" pos="5640" userDrawn="1">
          <p15:clr>
            <a:srgbClr val="F26B43"/>
          </p15:clr>
        </p15:guide>
        <p15:guide id="21" pos="5736" userDrawn="1">
          <p15:clr>
            <a:srgbClr val="F26B43"/>
          </p15:clr>
        </p15:guide>
        <p15:guide id="22" pos="6256" userDrawn="1">
          <p15:clr>
            <a:srgbClr val="F26B43"/>
          </p15:clr>
        </p15:guide>
        <p15:guide id="23" pos="6352" userDrawn="1">
          <p15:clr>
            <a:srgbClr val="F26B43"/>
          </p15:clr>
        </p15:guide>
        <p15:guide id="24" pos="6872" userDrawn="1">
          <p15:clr>
            <a:srgbClr val="F26B43"/>
          </p15:clr>
        </p15:guide>
        <p15:guide id="25" pos="6968" userDrawn="1">
          <p15:clr>
            <a:srgbClr val="F26B43"/>
          </p15:clr>
        </p15:guide>
        <p15:guide id="26" pos="7488" userDrawn="1">
          <p15:clr>
            <a:srgbClr val="F26B43"/>
          </p15:clr>
        </p15:guide>
        <p15:guide id="27" orient="horz" userDrawn="1">
          <p15:clr>
            <a:srgbClr val="F26B43"/>
          </p15:clr>
        </p15:guide>
        <p15:guide id="28" orient="horz" pos="4320" userDrawn="1">
          <p15:clr>
            <a:srgbClr val="F26B43"/>
          </p15:clr>
        </p15:guide>
        <p15:guide id="29" orient="horz" pos="192" userDrawn="1">
          <p15:clr>
            <a:srgbClr val="F26B43"/>
          </p15:clr>
        </p15:guide>
        <p15:guide id="30" orient="horz" pos="412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57639985"/>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706" r:id="rId3"/>
    <p:sldLayoutId id="2147483699" r:id="rId4"/>
    <p:sldLayoutId id="2147483700" r:id="rId5"/>
    <p:sldLayoutId id="2147483701" r:id="rId6"/>
    <p:sldLayoutId id="2147483702" r:id="rId7"/>
    <p:sldLayoutId id="2147483703" r:id="rId8"/>
    <p:sldLayoutId id="2147483704" r:id="rId9"/>
    <p:sldLayoutId id="2147483705" r:id="rId10"/>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192" userDrawn="1">
          <p15:clr>
            <a:srgbClr val="F26B43"/>
          </p15:clr>
        </p15:guide>
        <p15:guide id="4" pos="712" userDrawn="1">
          <p15:clr>
            <a:srgbClr val="F26B43"/>
          </p15:clr>
        </p15:guide>
        <p15:guide id="5" pos="808" userDrawn="1">
          <p15:clr>
            <a:srgbClr val="F26B43"/>
          </p15:clr>
        </p15:guide>
        <p15:guide id="6" pos="1328" userDrawn="1">
          <p15:clr>
            <a:srgbClr val="F26B43"/>
          </p15:clr>
        </p15:guide>
        <p15:guide id="7" pos="1424" userDrawn="1">
          <p15:clr>
            <a:srgbClr val="F26B43"/>
          </p15:clr>
        </p15:guide>
        <p15:guide id="8" pos="1944" userDrawn="1">
          <p15:clr>
            <a:srgbClr val="F26B43"/>
          </p15:clr>
        </p15:guide>
        <p15:guide id="9" pos="2040" userDrawn="1">
          <p15:clr>
            <a:srgbClr val="F26B43"/>
          </p15:clr>
        </p15:guide>
        <p15:guide id="10" pos="2560" userDrawn="1">
          <p15:clr>
            <a:srgbClr val="F26B43"/>
          </p15:clr>
        </p15:guide>
        <p15:guide id="11" pos="2656" userDrawn="1">
          <p15:clr>
            <a:srgbClr val="F26B43"/>
          </p15:clr>
        </p15:guide>
        <p15:guide id="12" pos="3176" userDrawn="1">
          <p15:clr>
            <a:srgbClr val="F26B43"/>
          </p15:clr>
        </p15:guide>
        <p15:guide id="13" pos="3272" userDrawn="1">
          <p15:clr>
            <a:srgbClr val="F26B43"/>
          </p15:clr>
        </p15:guide>
        <p15:guide id="14" pos="3792" userDrawn="1">
          <p15:clr>
            <a:srgbClr val="F26B43"/>
          </p15:clr>
        </p15:guide>
        <p15:guide id="15" pos="3888" userDrawn="1">
          <p15:clr>
            <a:srgbClr val="F26B43"/>
          </p15:clr>
        </p15:guide>
        <p15:guide id="16" pos="4408" userDrawn="1">
          <p15:clr>
            <a:srgbClr val="F26B43"/>
          </p15:clr>
        </p15:guide>
        <p15:guide id="17" pos="4504" userDrawn="1">
          <p15:clr>
            <a:srgbClr val="F26B43"/>
          </p15:clr>
        </p15:guide>
        <p15:guide id="18" pos="5024" userDrawn="1">
          <p15:clr>
            <a:srgbClr val="F26B43"/>
          </p15:clr>
        </p15:guide>
        <p15:guide id="19" pos="5120" userDrawn="1">
          <p15:clr>
            <a:srgbClr val="F26B43"/>
          </p15:clr>
        </p15:guide>
        <p15:guide id="20" pos="5640" userDrawn="1">
          <p15:clr>
            <a:srgbClr val="F26B43"/>
          </p15:clr>
        </p15:guide>
        <p15:guide id="21" pos="5736" userDrawn="1">
          <p15:clr>
            <a:srgbClr val="F26B43"/>
          </p15:clr>
        </p15:guide>
        <p15:guide id="22" pos="6256" userDrawn="1">
          <p15:clr>
            <a:srgbClr val="F26B43"/>
          </p15:clr>
        </p15:guide>
        <p15:guide id="23" pos="6352" userDrawn="1">
          <p15:clr>
            <a:srgbClr val="F26B43"/>
          </p15:clr>
        </p15:guide>
        <p15:guide id="24" pos="6872" userDrawn="1">
          <p15:clr>
            <a:srgbClr val="F26B43"/>
          </p15:clr>
        </p15:guide>
        <p15:guide id="25" pos="6968" userDrawn="1">
          <p15:clr>
            <a:srgbClr val="F26B43"/>
          </p15:clr>
        </p15:guide>
        <p15:guide id="26" pos="7488" userDrawn="1">
          <p15:clr>
            <a:srgbClr val="F26B43"/>
          </p15:clr>
        </p15:guide>
        <p15:guide id="27" orient="horz" userDrawn="1">
          <p15:clr>
            <a:srgbClr val="F26B43"/>
          </p15:clr>
        </p15:guide>
        <p15:guide id="28" orient="horz" pos="4320" userDrawn="1">
          <p15:clr>
            <a:srgbClr val="F26B43"/>
          </p15:clr>
        </p15:guide>
        <p15:guide id="29" orient="horz" pos="192" userDrawn="1">
          <p15:clr>
            <a:srgbClr val="F26B43"/>
          </p15:clr>
        </p15:guide>
        <p15:guide id="30" orient="horz" pos="412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27.jpeg"/><Relationship Id="rId2" Type="http://schemas.openxmlformats.org/officeDocument/2006/relationships/notesSlide" Target="../notesSlides/notesSlide1.xml"/><Relationship Id="rId1" Type="http://schemas.openxmlformats.org/officeDocument/2006/relationships/slideLayout" Target="../slideLayouts/slideLayout23.xml"/><Relationship Id="rId6" Type="http://schemas.openxmlformats.org/officeDocument/2006/relationships/image" Target="../media/image30.jpeg"/><Relationship Id="rId5" Type="http://schemas.openxmlformats.org/officeDocument/2006/relationships/image" Target="../media/image29.jpeg"/><Relationship Id="rId4" Type="http://schemas.openxmlformats.org/officeDocument/2006/relationships/image" Target="../media/image28.jpeg"/></Relationships>
</file>

<file path=ppt/slides/_rels/slide2.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2.xml"/><Relationship Id="rId1" Type="http://schemas.openxmlformats.org/officeDocument/2006/relationships/slideLayout" Target="../slideLayouts/slideLayout26.xml"/><Relationship Id="rId5" Type="http://schemas.openxmlformats.org/officeDocument/2006/relationships/image" Target="../media/image33.png"/><Relationship Id="rId4" Type="http://schemas.openxmlformats.org/officeDocument/2006/relationships/image" Target="../media/image32.jpeg"/></Relationships>
</file>

<file path=ppt/slides/_rels/slide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12" Type="http://schemas.openxmlformats.org/officeDocument/2006/relationships/image" Target="../media/image43.png"/><Relationship Id="rId2" Type="http://schemas.openxmlformats.org/officeDocument/2006/relationships/notesSlide" Target="../notesSlides/notesSlide3.xml"/><Relationship Id="rId1" Type="http://schemas.openxmlformats.org/officeDocument/2006/relationships/slideLayout" Target="../slideLayouts/slideLayout31.xml"/><Relationship Id="rId6" Type="http://schemas.openxmlformats.org/officeDocument/2006/relationships/image" Target="../media/image37.png"/><Relationship Id="rId11" Type="http://schemas.openxmlformats.org/officeDocument/2006/relationships/image" Target="../media/image42.png"/><Relationship Id="rId5" Type="http://schemas.openxmlformats.org/officeDocument/2006/relationships/image" Target="../media/image36.png"/><Relationship Id="rId10" Type="http://schemas.openxmlformats.org/officeDocument/2006/relationships/image" Target="../media/image41.png"/><Relationship Id="rId4" Type="http://schemas.openxmlformats.org/officeDocument/2006/relationships/image" Target="../media/image35.png"/><Relationship Id="rId9" Type="http://schemas.openxmlformats.org/officeDocument/2006/relationships/image" Target="../media/image4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0.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6.xml"/><Relationship Id="rId4" Type="http://schemas.openxmlformats.org/officeDocument/2006/relationships/image" Target="../media/image46.png"/></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6.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2" Type="http://schemas.openxmlformats.org/officeDocument/2006/relationships/hyperlink" Target="https://miro.com/app/board/uXjVGo-XZxM=/?moveToWidget=3458764666785043794&amp;cot=14" TargetMode="External"/><Relationship Id="rId1" Type="http://schemas.openxmlformats.org/officeDocument/2006/relationships/slideLayout" Target="../slideLayouts/slideLayout3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CFFA6F83-7364-277C-53F1-8544D8B96CA5}"/>
              </a:ext>
            </a:extLst>
          </p:cNvPr>
          <p:cNvSpPr>
            <a:spLocks noGrp="1"/>
          </p:cNvSpPr>
          <p:nvPr>
            <p:ph type="body" sz="quarter" idx="12"/>
          </p:nvPr>
        </p:nvSpPr>
        <p:spPr/>
        <p:txBody>
          <a:bodyPr/>
          <a:lstStyle/>
          <a:p>
            <a:r>
              <a:rPr lang="en-GB"/>
              <a:t>Choosing </a:t>
            </a:r>
            <a:r>
              <a:rPr lang="en-GB" err="1"/>
              <a:t>Entelect</a:t>
            </a:r>
            <a:endParaRPr lang="en-GB"/>
          </a:p>
        </p:txBody>
      </p:sp>
      <p:sp>
        <p:nvSpPr>
          <p:cNvPr id="4" name="Title 3">
            <a:extLst>
              <a:ext uri="{FF2B5EF4-FFF2-40B4-BE49-F238E27FC236}">
                <a16:creationId xmlns:a16="http://schemas.microsoft.com/office/drawing/2014/main" id="{BE7A3380-0076-5982-DDD4-49C3F41A293B}"/>
              </a:ext>
            </a:extLst>
          </p:cNvPr>
          <p:cNvSpPr>
            <a:spLocks noGrp="1"/>
          </p:cNvSpPr>
          <p:nvPr>
            <p:ph type="ctrTitle"/>
          </p:nvPr>
        </p:nvSpPr>
        <p:spPr/>
        <p:txBody>
          <a:bodyPr/>
          <a:lstStyle/>
          <a:p>
            <a:r>
              <a:rPr lang="en-GB"/>
              <a:t>Comic Stock Pitch</a:t>
            </a:r>
          </a:p>
        </p:txBody>
      </p:sp>
      <p:pic>
        <p:nvPicPr>
          <p:cNvPr id="2" name="Picture 1" descr="A person with braided hair&#10;&#10;AI-generated content may be incorrect.">
            <a:extLst>
              <a:ext uri="{FF2B5EF4-FFF2-40B4-BE49-F238E27FC236}">
                <a16:creationId xmlns:a16="http://schemas.microsoft.com/office/drawing/2014/main" id="{9CCB3E5C-AB72-4E24-D6AB-A4FE88B06035}"/>
              </a:ext>
            </a:extLst>
          </p:cNvPr>
          <p:cNvPicPr>
            <a:picLocks noChangeAspect="1"/>
          </p:cNvPicPr>
          <p:nvPr/>
        </p:nvPicPr>
        <p:blipFill>
          <a:blip r:embed="rId3"/>
          <a:stretch>
            <a:fillRect/>
          </a:stretch>
        </p:blipFill>
        <p:spPr>
          <a:xfrm>
            <a:off x="9986142" y="829549"/>
            <a:ext cx="1234071" cy="1249229"/>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3" name="Picture 2" descr="A person with short hair wearing a black jacket&#10;&#10;AI-generated content may be incorrect.">
            <a:extLst>
              <a:ext uri="{FF2B5EF4-FFF2-40B4-BE49-F238E27FC236}">
                <a16:creationId xmlns:a16="http://schemas.microsoft.com/office/drawing/2014/main" id="{AE363996-BAD2-996D-9768-C765656388DA}"/>
              </a:ext>
            </a:extLst>
          </p:cNvPr>
          <p:cNvPicPr>
            <a:picLocks noChangeAspect="1"/>
          </p:cNvPicPr>
          <p:nvPr/>
        </p:nvPicPr>
        <p:blipFill>
          <a:blip r:embed="rId4"/>
          <a:stretch>
            <a:fillRect/>
          </a:stretch>
        </p:blipFill>
        <p:spPr>
          <a:xfrm>
            <a:off x="7492965" y="823535"/>
            <a:ext cx="1249251" cy="1255243"/>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10" name="TextBox 9">
            <a:extLst>
              <a:ext uri="{FF2B5EF4-FFF2-40B4-BE49-F238E27FC236}">
                <a16:creationId xmlns:a16="http://schemas.microsoft.com/office/drawing/2014/main" id="{4C669C71-3B71-859A-D101-C539669B6A96}"/>
              </a:ext>
            </a:extLst>
          </p:cNvPr>
          <p:cNvSpPr txBox="1"/>
          <p:nvPr/>
        </p:nvSpPr>
        <p:spPr>
          <a:xfrm>
            <a:off x="7192581" y="2437136"/>
            <a:ext cx="24537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Nathan Hugo</a:t>
            </a:r>
          </a:p>
          <a:p>
            <a:r>
              <a:rPr lang="en-US" b="1"/>
              <a:t>Business Analyst</a:t>
            </a:r>
            <a:endParaRPr lang="en-US"/>
          </a:p>
        </p:txBody>
      </p:sp>
      <p:sp>
        <p:nvSpPr>
          <p:cNvPr id="13" name="TextBox 12">
            <a:extLst>
              <a:ext uri="{FF2B5EF4-FFF2-40B4-BE49-F238E27FC236}">
                <a16:creationId xmlns:a16="http://schemas.microsoft.com/office/drawing/2014/main" id="{24E0F2D3-5E9F-FD6D-0A7B-C6369782878E}"/>
              </a:ext>
            </a:extLst>
          </p:cNvPr>
          <p:cNvSpPr txBox="1"/>
          <p:nvPr/>
        </p:nvSpPr>
        <p:spPr>
          <a:xfrm>
            <a:off x="9789694" y="2433816"/>
            <a:ext cx="218975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err="1">
                <a:latin typeface="Aptos"/>
                <a:ea typeface="Segoe UI"/>
                <a:cs typeface="Segoe UI"/>
              </a:rPr>
              <a:t>Tshiamo</a:t>
            </a:r>
            <a:r>
              <a:rPr lang="en-US">
                <a:latin typeface="Aptos"/>
                <a:ea typeface="Segoe UI"/>
                <a:cs typeface="Segoe UI"/>
              </a:rPr>
              <a:t> </a:t>
            </a:r>
            <a:r>
              <a:rPr lang="en-US" err="1">
                <a:latin typeface="Aptos"/>
                <a:ea typeface="Segoe UI"/>
                <a:cs typeface="Segoe UI"/>
              </a:rPr>
              <a:t>Seitshiro</a:t>
            </a:r>
            <a:r>
              <a:rPr lang="en-US">
                <a:latin typeface="Aptos"/>
                <a:ea typeface="Segoe UI"/>
                <a:cs typeface="Segoe UI"/>
              </a:rPr>
              <a:t> </a:t>
            </a:r>
          </a:p>
          <a:p>
            <a:r>
              <a:rPr lang="en-US" b="1">
                <a:latin typeface="Aptos"/>
                <a:ea typeface="Segoe UI"/>
                <a:cs typeface="Segoe UI"/>
              </a:rPr>
              <a:t>Software Engineer</a:t>
            </a:r>
            <a:endParaRPr lang="en-US"/>
          </a:p>
          <a:p>
            <a:pPr algn="ctr"/>
            <a:endParaRPr lang="en-US"/>
          </a:p>
        </p:txBody>
      </p:sp>
      <p:sp>
        <p:nvSpPr>
          <p:cNvPr id="14" name="TextBox 13">
            <a:extLst>
              <a:ext uri="{FF2B5EF4-FFF2-40B4-BE49-F238E27FC236}">
                <a16:creationId xmlns:a16="http://schemas.microsoft.com/office/drawing/2014/main" id="{38BC7D15-54C6-9665-F35F-DD9131C7EA4B}"/>
              </a:ext>
            </a:extLst>
          </p:cNvPr>
          <p:cNvSpPr txBox="1"/>
          <p:nvPr/>
        </p:nvSpPr>
        <p:spPr>
          <a:xfrm>
            <a:off x="7192580" y="4962047"/>
            <a:ext cx="24537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Banele Mkhize </a:t>
            </a:r>
          </a:p>
          <a:p>
            <a:r>
              <a:rPr lang="en-US" b="1"/>
              <a:t>Software Engineer </a:t>
            </a:r>
          </a:p>
        </p:txBody>
      </p:sp>
      <p:sp>
        <p:nvSpPr>
          <p:cNvPr id="15" name="TextBox 14">
            <a:extLst>
              <a:ext uri="{FF2B5EF4-FFF2-40B4-BE49-F238E27FC236}">
                <a16:creationId xmlns:a16="http://schemas.microsoft.com/office/drawing/2014/main" id="{6088E59C-79FC-A7F5-2DFB-1AC298A21306}"/>
              </a:ext>
            </a:extLst>
          </p:cNvPr>
          <p:cNvSpPr txBox="1"/>
          <p:nvPr/>
        </p:nvSpPr>
        <p:spPr>
          <a:xfrm>
            <a:off x="9789683" y="4962047"/>
            <a:ext cx="2453729"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Liam Abbott</a:t>
            </a:r>
          </a:p>
          <a:p>
            <a:r>
              <a:rPr lang="en-US" b="1"/>
              <a:t>Software Engineer</a:t>
            </a:r>
          </a:p>
        </p:txBody>
      </p:sp>
      <p:pic>
        <p:nvPicPr>
          <p:cNvPr id="9" name="Picture 8" descr="Los Angeles.&#10;&#10;AI-generated content may be incorrect.">
            <a:extLst>
              <a:ext uri="{FF2B5EF4-FFF2-40B4-BE49-F238E27FC236}">
                <a16:creationId xmlns:a16="http://schemas.microsoft.com/office/drawing/2014/main" id="{DFC46596-027E-CB20-1DF1-87D972E432C8}"/>
              </a:ext>
            </a:extLst>
          </p:cNvPr>
          <p:cNvPicPr>
            <a:picLocks noChangeAspect="1"/>
          </p:cNvPicPr>
          <p:nvPr/>
        </p:nvPicPr>
        <p:blipFill>
          <a:blip r:embed="rId5"/>
          <a:srcRect l="5834" t="5865" r="1089" b="10510"/>
          <a:stretch>
            <a:fillRect/>
          </a:stretch>
        </p:blipFill>
        <p:spPr>
          <a:xfrm>
            <a:off x="9963774" y="3331368"/>
            <a:ext cx="1256439" cy="1277326"/>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6" name="Picture 5" descr="A person wearing glasses and a suit&#10;&#10;AI-generated content may be incorrect.">
            <a:extLst>
              <a:ext uri="{FF2B5EF4-FFF2-40B4-BE49-F238E27FC236}">
                <a16:creationId xmlns:a16="http://schemas.microsoft.com/office/drawing/2014/main" id="{24DB16C8-91FC-9AA5-F2B0-6E55F8F40341}"/>
              </a:ext>
            </a:extLst>
          </p:cNvPr>
          <p:cNvPicPr>
            <a:picLocks noChangeAspect="1"/>
          </p:cNvPicPr>
          <p:nvPr/>
        </p:nvPicPr>
        <p:blipFill>
          <a:blip r:embed="rId6"/>
          <a:stretch>
            <a:fillRect/>
          </a:stretch>
        </p:blipFill>
        <p:spPr>
          <a:xfrm>
            <a:off x="7504503" y="3356578"/>
            <a:ext cx="1333060" cy="1259508"/>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extLst>
      <p:ext uri="{BB962C8B-B14F-4D97-AF65-F5344CB8AC3E}">
        <p14:creationId xmlns:p14="http://schemas.microsoft.com/office/powerpoint/2010/main" val="27540479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23E72E70-F719-D2B5-E33F-876F8B71DE06}"/>
              </a:ext>
            </a:extLst>
          </p:cNvPr>
          <p:cNvSpPr>
            <a:spLocks noGrp="1"/>
          </p:cNvSpPr>
          <p:nvPr>
            <p:ph type="body" sz="quarter" idx="34"/>
          </p:nvPr>
        </p:nvSpPr>
        <p:spPr/>
        <p:txBody>
          <a:bodyPr lIns="0" tIns="45720" rIns="91440" bIns="45720" anchor="t"/>
          <a:lstStyle/>
          <a:p>
            <a:r>
              <a:rPr lang="en-GB">
                <a:latin typeface="DM Sans 14pt"/>
              </a:rPr>
              <a:t>Who Is </a:t>
            </a:r>
            <a:r>
              <a:rPr lang="en-GB" err="1">
                <a:latin typeface="DM Sans 14pt"/>
              </a:rPr>
              <a:t>Entelect</a:t>
            </a:r>
            <a:r>
              <a:rPr lang="en-GB">
                <a:latin typeface="DM Sans 14pt"/>
              </a:rPr>
              <a:t>?</a:t>
            </a:r>
          </a:p>
        </p:txBody>
      </p:sp>
      <p:grpSp>
        <p:nvGrpSpPr>
          <p:cNvPr id="2" name="Group 1">
            <a:extLst>
              <a:ext uri="{FF2B5EF4-FFF2-40B4-BE49-F238E27FC236}">
                <a16:creationId xmlns:a16="http://schemas.microsoft.com/office/drawing/2014/main" id="{C7C999AA-F561-393B-FDDA-E06AD72FC6F0}"/>
              </a:ext>
            </a:extLst>
          </p:cNvPr>
          <p:cNvGrpSpPr/>
          <p:nvPr/>
        </p:nvGrpSpPr>
        <p:grpSpPr>
          <a:xfrm>
            <a:off x="499783" y="2499475"/>
            <a:ext cx="3440205" cy="3243309"/>
            <a:chOff x="499783" y="2499475"/>
            <a:chExt cx="3440205" cy="3243309"/>
          </a:xfrm>
        </p:grpSpPr>
        <p:pic>
          <p:nvPicPr>
            <p:cNvPr id="2052" name="Picture 4" descr="Different Types of Relationships | Mind and Body Counseling Associates">
              <a:extLst>
                <a:ext uri="{FF2B5EF4-FFF2-40B4-BE49-F238E27FC236}">
                  <a16:creationId xmlns:a16="http://schemas.microsoft.com/office/drawing/2014/main" id="{CD433F92-5354-06E2-3243-34C1702365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9783" y="2499475"/>
              <a:ext cx="3440205" cy="2333064"/>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7D6823B-AB55-C08C-3AF6-74B6D1E16F6C}"/>
                </a:ext>
              </a:extLst>
            </p:cNvPr>
            <p:cNvSpPr txBox="1"/>
            <p:nvPr/>
          </p:nvSpPr>
          <p:spPr>
            <a:xfrm>
              <a:off x="623046" y="5373452"/>
              <a:ext cx="3193677" cy="369332"/>
            </a:xfrm>
            <a:prstGeom prst="rect">
              <a:avLst/>
            </a:prstGeom>
            <a:noFill/>
          </p:spPr>
          <p:txBody>
            <a:bodyPr wrap="square" rtlCol="0">
              <a:spAutoFit/>
            </a:bodyPr>
            <a:lstStyle/>
            <a:p>
              <a:r>
                <a:rPr lang="en-US">
                  <a:latin typeface="DM Sans Black" pitchFamily="2" charset="0"/>
                </a:rPr>
                <a:t>Relationships</a:t>
              </a:r>
              <a:endParaRPr lang="en-ZA">
                <a:latin typeface="DM Sans Black" pitchFamily="2" charset="0"/>
              </a:endParaRPr>
            </a:p>
          </p:txBody>
        </p:sp>
      </p:grpSp>
      <p:grpSp>
        <p:nvGrpSpPr>
          <p:cNvPr id="3" name="Group 2">
            <a:extLst>
              <a:ext uri="{FF2B5EF4-FFF2-40B4-BE49-F238E27FC236}">
                <a16:creationId xmlns:a16="http://schemas.microsoft.com/office/drawing/2014/main" id="{DCFB5BE9-E958-4107-180C-D489C2E93D6C}"/>
              </a:ext>
            </a:extLst>
          </p:cNvPr>
          <p:cNvGrpSpPr/>
          <p:nvPr/>
        </p:nvGrpSpPr>
        <p:grpSpPr>
          <a:xfrm>
            <a:off x="4499161" y="2499475"/>
            <a:ext cx="3333751" cy="3243309"/>
            <a:chOff x="4499161" y="2499475"/>
            <a:chExt cx="3333751" cy="3243309"/>
          </a:xfrm>
        </p:grpSpPr>
        <p:pic>
          <p:nvPicPr>
            <p:cNvPr id="2050" name="Picture 2" descr="9,421,100+ Growth Stock Photos, Pictures &amp; Royalty-Free Images - iStock |  Business growth, Success, Plant growth">
              <a:extLst>
                <a:ext uri="{FF2B5EF4-FFF2-40B4-BE49-F238E27FC236}">
                  <a16:creationId xmlns:a16="http://schemas.microsoft.com/office/drawing/2014/main" id="{00CBE05F-A443-20AF-D745-D370FE16A94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53911" y="2499475"/>
              <a:ext cx="3279001" cy="2333064"/>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88FF5949-078B-D091-2891-FF1825B9A4D0}"/>
                </a:ext>
              </a:extLst>
            </p:cNvPr>
            <p:cNvSpPr txBox="1"/>
            <p:nvPr/>
          </p:nvSpPr>
          <p:spPr>
            <a:xfrm>
              <a:off x="4499161" y="5373452"/>
              <a:ext cx="3193677" cy="369332"/>
            </a:xfrm>
            <a:prstGeom prst="rect">
              <a:avLst/>
            </a:prstGeom>
            <a:noFill/>
          </p:spPr>
          <p:txBody>
            <a:bodyPr wrap="square" rtlCol="0">
              <a:spAutoFit/>
            </a:bodyPr>
            <a:lstStyle/>
            <a:p>
              <a:r>
                <a:rPr lang="en-US">
                  <a:latin typeface="DM Sans Black" pitchFamily="2" charset="0"/>
                </a:rPr>
                <a:t>Growth</a:t>
              </a:r>
              <a:endParaRPr lang="en-ZA">
                <a:latin typeface="DM Sans Black" pitchFamily="2" charset="0"/>
              </a:endParaRPr>
            </a:p>
          </p:txBody>
        </p:sp>
      </p:grpSp>
      <p:grpSp>
        <p:nvGrpSpPr>
          <p:cNvPr id="4" name="Group 3">
            <a:extLst>
              <a:ext uri="{FF2B5EF4-FFF2-40B4-BE49-F238E27FC236}">
                <a16:creationId xmlns:a16="http://schemas.microsoft.com/office/drawing/2014/main" id="{A5BD16DA-6D0C-21C8-0E0F-CD7AC752A8ED}"/>
              </a:ext>
            </a:extLst>
          </p:cNvPr>
          <p:cNvGrpSpPr/>
          <p:nvPr/>
        </p:nvGrpSpPr>
        <p:grpSpPr>
          <a:xfrm>
            <a:off x="8370498" y="2499475"/>
            <a:ext cx="3562229" cy="3243309"/>
            <a:chOff x="8370498" y="2499475"/>
            <a:chExt cx="3562229" cy="3243309"/>
          </a:xfrm>
        </p:grpSpPr>
        <p:pic>
          <p:nvPicPr>
            <p:cNvPr id="6" name="Picture 5" descr="A simple illustration depicts a red target with a white arrow pointing at it, positioned on a plain pink background.&#10;&#10;AI-generated content may be incorrect.">
              <a:extLst>
                <a:ext uri="{FF2B5EF4-FFF2-40B4-BE49-F238E27FC236}">
                  <a16:creationId xmlns:a16="http://schemas.microsoft.com/office/drawing/2014/main" id="{15E264D2-34B2-2DB6-6116-6D377163524F}"/>
                </a:ext>
              </a:extLst>
            </p:cNvPr>
            <p:cNvPicPr>
              <a:picLocks noChangeAspect="1"/>
            </p:cNvPicPr>
            <p:nvPr/>
          </p:nvPicPr>
          <p:blipFill>
            <a:blip r:embed="rId5"/>
            <a:srcRect l="-346" t="-345" r="26379" b="3365"/>
            <a:stretch>
              <a:fillRect/>
            </a:stretch>
          </p:blipFill>
          <p:spPr>
            <a:xfrm>
              <a:off x="8370498" y="2499475"/>
              <a:ext cx="3562229" cy="2333064"/>
            </a:xfrm>
            <a:prstGeom prst="rect">
              <a:avLst/>
            </a:prstGeom>
          </p:spPr>
        </p:pic>
        <p:sp>
          <p:nvSpPr>
            <p:cNvPr id="9" name="TextBox 8">
              <a:extLst>
                <a:ext uri="{FF2B5EF4-FFF2-40B4-BE49-F238E27FC236}">
                  <a16:creationId xmlns:a16="http://schemas.microsoft.com/office/drawing/2014/main" id="{673044B2-3E21-81A4-47B5-EAFDC170F0EB}"/>
                </a:ext>
              </a:extLst>
            </p:cNvPr>
            <p:cNvSpPr txBox="1"/>
            <p:nvPr/>
          </p:nvSpPr>
          <p:spPr>
            <a:xfrm>
              <a:off x="8375277" y="5373452"/>
              <a:ext cx="3193677" cy="369332"/>
            </a:xfrm>
            <a:prstGeom prst="rect">
              <a:avLst/>
            </a:prstGeom>
            <a:noFill/>
          </p:spPr>
          <p:txBody>
            <a:bodyPr wrap="square" rtlCol="0">
              <a:spAutoFit/>
            </a:bodyPr>
            <a:lstStyle/>
            <a:p>
              <a:r>
                <a:rPr lang="en-US">
                  <a:latin typeface="DM Sans Black" pitchFamily="2" charset="0"/>
                </a:rPr>
                <a:t>Get Things Done</a:t>
              </a:r>
              <a:endParaRPr lang="en-ZA">
                <a:latin typeface="DM Sans Black" pitchFamily="2" charset="0"/>
              </a:endParaRPr>
            </a:p>
          </p:txBody>
        </p:sp>
      </p:grpSp>
    </p:spTree>
    <p:extLst>
      <p:ext uri="{BB962C8B-B14F-4D97-AF65-F5344CB8AC3E}">
        <p14:creationId xmlns:p14="http://schemas.microsoft.com/office/powerpoint/2010/main" val="4594832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id="{0822B358-0176-98BB-5602-BD513927FABB}"/>
              </a:ext>
            </a:extLst>
          </p:cNvPr>
          <p:cNvSpPr>
            <a:spLocks noGrp="1"/>
          </p:cNvSpPr>
          <p:nvPr>
            <p:ph type="body" sz="quarter" idx="44"/>
          </p:nvPr>
        </p:nvSpPr>
        <p:spPr>
          <a:xfrm>
            <a:off x="456396" y="921384"/>
            <a:ext cx="7103980" cy="490643"/>
          </a:xfrm>
        </p:spPr>
        <p:txBody>
          <a:bodyPr lIns="0" tIns="45720" rIns="91440" bIns="45720" anchor="t"/>
          <a:lstStyle/>
          <a:p>
            <a:r>
              <a:rPr lang="en-GB">
                <a:latin typeface="DM Sans 14pt"/>
              </a:rPr>
              <a:t>Our Clients</a:t>
            </a:r>
          </a:p>
        </p:txBody>
      </p:sp>
      <p:pic>
        <p:nvPicPr>
          <p:cNvPr id="3" name="Picture 2" descr="blackqq-01">
            <a:extLst>
              <a:ext uri="{FF2B5EF4-FFF2-40B4-BE49-F238E27FC236}">
                <a16:creationId xmlns:a16="http://schemas.microsoft.com/office/drawing/2014/main" id="{54BAF271-98FE-CB7B-C65A-B214DC0ECF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6396" y="2449421"/>
            <a:ext cx="1776696" cy="1776696"/>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sanlam colour">
            <a:extLst>
              <a:ext uri="{FF2B5EF4-FFF2-40B4-BE49-F238E27FC236}">
                <a16:creationId xmlns:a16="http://schemas.microsoft.com/office/drawing/2014/main" id="{711BD69A-83E5-91AF-5CFF-3960C89BBB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63768" y="5322048"/>
            <a:ext cx="3213984" cy="66759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descr="capitec colour">
            <a:extLst>
              <a:ext uri="{FF2B5EF4-FFF2-40B4-BE49-F238E27FC236}">
                <a16:creationId xmlns:a16="http://schemas.microsoft.com/office/drawing/2014/main" id="{F6CCD988-0CD1-36EA-7D6D-EEECE40C194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97885" y="2596406"/>
            <a:ext cx="3605003" cy="667593"/>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a:extLst>
              <a:ext uri="{FF2B5EF4-FFF2-40B4-BE49-F238E27FC236}">
                <a16:creationId xmlns:a16="http://schemas.microsoft.com/office/drawing/2014/main" id="{A233E606-86DB-78F8-811C-F662E7B769C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00308" y="2074093"/>
            <a:ext cx="3517359" cy="75065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a:extLst>
              <a:ext uri="{FF2B5EF4-FFF2-40B4-BE49-F238E27FC236}">
                <a16:creationId xmlns:a16="http://schemas.microsoft.com/office/drawing/2014/main" id="{0B9E9CC8-C2B3-75B5-AB4F-9D4890156B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920167" y="3617317"/>
            <a:ext cx="3024924" cy="80206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12" descr="Investec">
            <a:extLst>
              <a:ext uri="{FF2B5EF4-FFF2-40B4-BE49-F238E27FC236}">
                <a16:creationId xmlns:a16="http://schemas.microsoft.com/office/drawing/2014/main" id="{3F312AB9-FD86-B99C-52A5-C5F6379F9A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42477" y="3737885"/>
            <a:ext cx="3016510" cy="1153856"/>
          </a:xfrm>
          <a:prstGeom prst="rect">
            <a:avLst/>
          </a:prstGeom>
          <a:noFill/>
          <a:extLst>
            <a:ext uri="{909E8E84-426E-40DD-AFC4-6F175D3DCCD1}">
              <a14:hiddenFill xmlns:a14="http://schemas.microsoft.com/office/drawing/2010/main">
                <a:solidFill>
                  <a:srgbClr val="FFFFFF"/>
                </a:solidFill>
              </a14:hiddenFill>
            </a:ext>
          </a:extLst>
        </p:spPr>
      </p:pic>
      <p:pic>
        <p:nvPicPr>
          <p:cNvPr id="3074" name="Picture 2" descr="VITALITY_logo">
            <a:extLst>
              <a:ext uri="{FF2B5EF4-FFF2-40B4-BE49-F238E27FC236}">
                <a16:creationId xmlns:a16="http://schemas.microsoft.com/office/drawing/2014/main" id="{5A369EAE-E182-B4F3-594A-B6CE7C52B68B}"/>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9347668" y="921384"/>
            <a:ext cx="1604270" cy="106951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VODACOM_logo">
            <a:extLst>
              <a:ext uri="{FF2B5EF4-FFF2-40B4-BE49-F238E27FC236}">
                <a16:creationId xmlns:a16="http://schemas.microsoft.com/office/drawing/2014/main" id="{73A8B2DF-FEF0-D832-D531-4E043DA3573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485995" y="5482478"/>
            <a:ext cx="2238375" cy="666750"/>
          </a:xfrm>
          <a:prstGeom prst="rect">
            <a:avLst/>
          </a:prstGeom>
          <a:noFill/>
          <a:extLst>
            <a:ext uri="{909E8E84-426E-40DD-AFC4-6F175D3DCCD1}">
              <a14:hiddenFill xmlns:a14="http://schemas.microsoft.com/office/drawing/2010/main">
                <a:solidFill>
                  <a:srgbClr val="FFFFFF"/>
                </a:solidFill>
              </a14:hiddenFill>
            </a:ext>
          </a:extLst>
        </p:spPr>
      </p:pic>
      <p:pic>
        <p:nvPicPr>
          <p:cNvPr id="3078" name="Picture 6" descr="FNB_logo">
            <a:extLst>
              <a:ext uri="{FF2B5EF4-FFF2-40B4-BE49-F238E27FC236}">
                <a16:creationId xmlns:a16="http://schemas.microsoft.com/office/drawing/2014/main" id="{5612144E-C8C8-C992-41BB-FEF45B084A7D}"/>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255447" y="608854"/>
            <a:ext cx="1825391" cy="887343"/>
          </a:xfrm>
          <a:prstGeom prst="rect">
            <a:avLst/>
          </a:prstGeom>
          <a:noFill/>
          <a:extLst>
            <a:ext uri="{909E8E84-426E-40DD-AFC4-6F175D3DCCD1}">
              <a14:hiddenFill xmlns:a14="http://schemas.microsoft.com/office/drawing/2010/main">
                <a:solidFill>
                  <a:srgbClr val="FFFFFF"/>
                </a:solidFill>
              </a14:hiddenFill>
            </a:ext>
          </a:extLst>
        </p:spPr>
      </p:pic>
      <p:pic>
        <p:nvPicPr>
          <p:cNvPr id="3080" name="Picture 8" descr="OLD MUTUAL_logo">
            <a:extLst>
              <a:ext uri="{FF2B5EF4-FFF2-40B4-BE49-F238E27FC236}">
                <a16:creationId xmlns:a16="http://schemas.microsoft.com/office/drawing/2014/main" id="{9C757401-1635-E7EB-3B6F-ED79C9487BE1}"/>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8310" y="5086607"/>
            <a:ext cx="2457450" cy="666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72750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078"/>
                                        </p:tgtEl>
                                        <p:attrNameLst>
                                          <p:attrName>style.visibility</p:attrName>
                                        </p:attrNameLst>
                                      </p:cBhvr>
                                      <p:to>
                                        <p:strVal val="visible"/>
                                      </p:to>
                                    </p:set>
                                    <p:animEffect transition="in" filter="fade">
                                      <p:cBhvr>
                                        <p:cTn id="7" dur="500"/>
                                        <p:tgtEl>
                                          <p:spTgt spid="3078"/>
                                        </p:tgtEl>
                                      </p:cBhvr>
                                    </p:animEffect>
                                  </p:childTnLst>
                                </p:cTn>
                              </p:par>
                            </p:childTnLst>
                          </p:cTn>
                        </p:par>
                        <p:par>
                          <p:cTn id="8" fill="hold">
                            <p:stCondLst>
                              <p:cond delay="500"/>
                            </p:stCondLst>
                            <p:childTnLst>
                              <p:par>
                                <p:cTn id="9" presetID="10" presetClass="entr" presetSubtype="0" fill="hold" nodeType="afterEffect">
                                  <p:stCondLst>
                                    <p:cond delay="0"/>
                                  </p:stCondLst>
                                  <p:childTnLst>
                                    <p:set>
                                      <p:cBhvr>
                                        <p:cTn id="10" dur="1" fill="hold">
                                          <p:stCondLst>
                                            <p:cond delay="0"/>
                                          </p:stCondLst>
                                        </p:cTn>
                                        <p:tgtEl>
                                          <p:spTgt spid="3074"/>
                                        </p:tgtEl>
                                        <p:attrNameLst>
                                          <p:attrName>style.visibility</p:attrName>
                                        </p:attrNameLst>
                                      </p:cBhvr>
                                      <p:to>
                                        <p:strVal val="visible"/>
                                      </p:to>
                                    </p:set>
                                    <p:animEffect transition="in" filter="fade">
                                      <p:cBhvr>
                                        <p:cTn id="11" dur="750"/>
                                        <p:tgtEl>
                                          <p:spTgt spid="3074"/>
                                        </p:tgtEl>
                                      </p:cBhvr>
                                    </p:animEffect>
                                  </p:childTnLst>
                                </p:cTn>
                              </p:par>
                            </p:childTnLst>
                          </p:cTn>
                        </p:par>
                        <p:par>
                          <p:cTn id="12" fill="hold">
                            <p:stCondLst>
                              <p:cond delay="1250"/>
                            </p:stCondLst>
                            <p:childTnLst>
                              <p:par>
                                <p:cTn id="13" presetID="10" presetClass="entr" presetSubtype="0" fill="hold"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par>
                          <p:cTn id="16" fill="hold">
                            <p:stCondLst>
                              <p:cond delay="1750"/>
                            </p:stCondLst>
                            <p:childTnLst>
                              <p:par>
                                <p:cTn id="17" presetID="10" presetClass="entr" presetSubtype="0" fill="hold" nodeType="afterEffect">
                                  <p:stCondLst>
                                    <p:cond delay="0"/>
                                  </p:stCondLst>
                                  <p:childTnLst>
                                    <p:set>
                                      <p:cBhvr>
                                        <p:cTn id="18" dur="1" fill="hold">
                                          <p:stCondLst>
                                            <p:cond delay="0"/>
                                          </p:stCondLst>
                                        </p:cTn>
                                        <p:tgtEl>
                                          <p:spTgt spid="3"/>
                                        </p:tgtEl>
                                        <p:attrNameLst>
                                          <p:attrName>style.visibility</p:attrName>
                                        </p:attrNameLst>
                                      </p:cBhvr>
                                      <p:to>
                                        <p:strVal val="visible"/>
                                      </p:to>
                                    </p:set>
                                    <p:animEffect transition="in" filter="fade">
                                      <p:cBhvr>
                                        <p:cTn id="19" dur="500"/>
                                        <p:tgtEl>
                                          <p:spTgt spid="3"/>
                                        </p:tgtEl>
                                      </p:cBhvr>
                                    </p:animEffect>
                                  </p:childTnLst>
                                </p:cTn>
                              </p:par>
                            </p:childTnLst>
                          </p:cTn>
                        </p:par>
                        <p:par>
                          <p:cTn id="20" fill="hold">
                            <p:stCondLst>
                              <p:cond delay="2250"/>
                            </p:stCondLst>
                            <p:childTnLst>
                              <p:par>
                                <p:cTn id="21" presetID="10" presetClass="entr" presetSubtype="0" fill="hold" nodeType="after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childTnLst>
                          </p:cTn>
                        </p:par>
                        <p:par>
                          <p:cTn id="24" fill="hold">
                            <p:stCondLst>
                              <p:cond delay="2750"/>
                            </p:stCondLst>
                            <p:childTnLst>
                              <p:par>
                                <p:cTn id="25" presetID="10" presetClass="entr" presetSubtype="0" fill="hold" nodeType="after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par>
                          <p:cTn id="28" fill="hold">
                            <p:stCondLst>
                              <p:cond delay="3250"/>
                            </p:stCondLst>
                            <p:childTnLst>
                              <p:par>
                                <p:cTn id="29" presetID="10" presetClass="entr" presetSubtype="0" fill="hold" nodeType="afterEffect">
                                  <p:stCondLst>
                                    <p:cond delay="0"/>
                                  </p:stCondLst>
                                  <p:childTnLst>
                                    <p:set>
                                      <p:cBhvr>
                                        <p:cTn id="30" dur="1" fill="hold">
                                          <p:stCondLst>
                                            <p:cond delay="0"/>
                                          </p:stCondLst>
                                        </p:cTn>
                                        <p:tgtEl>
                                          <p:spTgt spid="3080"/>
                                        </p:tgtEl>
                                        <p:attrNameLst>
                                          <p:attrName>style.visibility</p:attrName>
                                        </p:attrNameLst>
                                      </p:cBhvr>
                                      <p:to>
                                        <p:strVal val="visible"/>
                                      </p:to>
                                    </p:set>
                                    <p:animEffect transition="in" filter="fade">
                                      <p:cBhvr>
                                        <p:cTn id="31" dur="500"/>
                                        <p:tgtEl>
                                          <p:spTgt spid="3080"/>
                                        </p:tgtEl>
                                      </p:cBhvr>
                                    </p:animEffect>
                                  </p:childTnLst>
                                </p:cTn>
                              </p:par>
                            </p:childTnLst>
                          </p:cTn>
                        </p:par>
                        <p:par>
                          <p:cTn id="32" fill="hold">
                            <p:stCondLst>
                              <p:cond delay="3750"/>
                            </p:stCondLst>
                            <p:childTnLst>
                              <p:par>
                                <p:cTn id="33" presetID="10" presetClass="entr" presetSubtype="0" fill="hold" nodeType="afterEffect">
                                  <p:stCondLst>
                                    <p:cond delay="0"/>
                                  </p:stCondLst>
                                  <p:childTnLst>
                                    <p:set>
                                      <p:cBhvr>
                                        <p:cTn id="34" dur="1" fill="hold">
                                          <p:stCondLst>
                                            <p:cond delay="0"/>
                                          </p:stCondLst>
                                        </p:cTn>
                                        <p:tgtEl>
                                          <p:spTgt spid="3076"/>
                                        </p:tgtEl>
                                        <p:attrNameLst>
                                          <p:attrName>style.visibility</p:attrName>
                                        </p:attrNameLst>
                                      </p:cBhvr>
                                      <p:to>
                                        <p:strVal val="visible"/>
                                      </p:to>
                                    </p:set>
                                    <p:animEffect transition="in" filter="fade">
                                      <p:cBhvr>
                                        <p:cTn id="35" dur="500"/>
                                        <p:tgtEl>
                                          <p:spTgt spid="3076"/>
                                        </p:tgtEl>
                                      </p:cBhvr>
                                    </p:animEffect>
                                  </p:childTnLst>
                                </p:cTn>
                              </p:par>
                            </p:childTnLst>
                          </p:cTn>
                        </p:par>
                        <p:par>
                          <p:cTn id="36" fill="hold">
                            <p:stCondLst>
                              <p:cond delay="4250"/>
                            </p:stCondLst>
                            <p:childTnLst>
                              <p:par>
                                <p:cTn id="37" presetID="10" presetClass="entr" presetSubtype="0" fill="hold" nodeType="afterEffect">
                                  <p:stCondLst>
                                    <p:cond delay="0"/>
                                  </p:stCondLst>
                                  <p:childTnLst>
                                    <p:set>
                                      <p:cBhvr>
                                        <p:cTn id="38" dur="1" fill="hold">
                                          <p:stCondLst>
                                            <p:cond delay="0"/>
                                          </p:stCondLst>
                                        </p:cTn>
                                        <p:tgtEl>
                                          <p:spTgt spid="6"/>
                                        </p:tgtEl>
                                        <p:attrNameLst>
                                          <p:attrName>style.visibility</p:attrName>
                                        </p:attrNameLst>
                                      </p:cBhvr>
                                      <p:to>
                                        <p:strVal val="visible"/>
                                      </p:to>
                                    </p:set>
                                    <p:animEffect transition="in" filter="fade">
                                      <p:cBhvr>
                                        <p:cTn id="39" dur="500"/>
                                        <p:tgtEl>
                                          <p:spTgt spid="6"/>
                                        </p:tgtEl>
                                      </p:cBhvr>
                                    </p:animEffect>
                                  </p:childTnLst>
                                </p:cTn>
                              </p:par>
                            </p:childTnLst>
                          </p:cTn>
                        </p:par>
                        <p:par>
                          <p:cTn id="40" fill="hold">
                            <p:stCondLst>
                              <p:cond delay="4750"/>
                            </p:stCondLst>
                            <p:childTnLst>
                              <p:par>
                                <p:cTn id="41" presetID="10" presetClass="entr" presetSubtype="0" fill="hold" nodeType="afterEffect">
                                  <p:stCondLst>
                                    <p:cond delay="0"/>
                                  </p:stCondLst>
                                  <p:childTnLst>
                                    <p:set>
                                      <p:cBhvr>
                                        <p:cTn id="42" dur="1" fill="hold">
                                          <p:stCondLst>
                                            <p:cond delay="0"/>
                                          </p:stCondLst>
                                        </p:cTn>
                                        <p:tgtEl>
                                          <p:spTgt spid="7"/>
                                        </p:tgtEl>
                                        <p:attrNameLst>
                                          <p:attrName>style.visibility</p:attrName>
                                        </p:attrNameLst>
                                      </p:cBhvr>
                                      <p:to>
                                        <p:strVal val="visible"/>
                                      </p:to>
                                    </p:set>
                                    <p:animEffect transition="in" filter="fade">
                                      <p:cBhvr>
                                        <p:cTn id="43"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1C2C25AA-008C-5C9C-87EF-B6AFFDE5A4DB}"/>
              </a:ext>
            </a:extLst>
          </p:cNvPr>
          <p:cNvSpPr>
            <a:spLocks noGrp="1"/>
          </p:cNvSpPr>
          <p:nvPr>
            <p:ph type="body" sz="quarter" idx="12"/>
          </p:nvPr>
        </p:nvSpPr>
        <p:spPr>
          <a:xfrm>
            <a:off x="331024" y="1714816"/>
            <a:ext cx="7753708" cy="4183338"/>
          </a:xfrm>
        </p:spPr>
        <p:txBody>
          <a:bodyPr lIns="0" tIns="45720" rIns="91440" bIns="45720" anchor="t"/>
          <a:lstStyle/>
          <a:p>
            <a:pPr marL="171450" indent="-171450">
              <a:buChar char="•"/>
            </a:pPr>
            <a:r>
              <a:rPr lang="en-US" sz="2400">
                <a:latin typeface="DM Sans ExtraLight"/>
              </a:rPr>
              <a:t>Based on a market research report, South African comic sales are expected to grow exponentially.</a:t>
            </a:r>
          </a:p>
          <a:p>
            <a:pPr marL="171450" indent="-171450">
              <a:buChar char="•"/>
            </a:pPr>
            <a:r>
              <a:rPr lang="en-US" sz="2400">
                <a:latin typeface="DM Sans ExtraLight"/>
              </a:rPr>
              <a:t>South Africa's current market is considered small, with limited locations and stores that sell comic-books.</a:t>
            </a:r>
          </a:p>
          <a:p>
            <a:pPr marL="171450" indent="-171450">
              <a:buChar char="•"/>
            </a:pPr>
            <a:r>
              <a:rPr lang="en-US" sz="2400">
                <a:latin typeface="DM Sans ExtraLight"/>
              </a:rPr>
              <a:t>The IMARC Group report that online comic platforms are growing globally due to convenience and accessibility.</a:t>
            </a:r>
            <a:endParaRPr lang="en-US" sz="2400"/>
          </a:p>
          <a:p>
            <a:pPr marL="171450" indent="-171450">
              <a:buChar char="•"/>
            </a:pPr>
            <a:endParaRPr lang="en-US" sz="2800"/>
          </a:p>
        </p:txBody>
      </p:sp>
      <p:sp>
        <p:nvSpPr>
          <p:cNvPr id="3" name="Text Placeholder 2">
            <a:extLst>
              <a:ext uri="{FF2B5EF4-FFF2-40B4-BE49-F238E27FC236}">
                <a16:creationId xmlns:a16="http://schemas.microsoft.com/office/drawing/2014/main" id="{3E23B03A-730C-9B3C-9C98-DFE34263F4B8}"/>
              </a:ext>
            </a:extLst>
          </p:cNvPr>
          <p:cNvSpPr>
            <a:spLocks noGrp="1"/>
          </p:cNvSpPr>
          <p:nvPr>
            <p:ph type="body" sz="quarter" idx="34"/>
          </p:nvPr>
        </p:nvSpPr>
        <p:spPr/>
        <p:txBody>
          <a:bodyPr lIns="0" tIns="45720" rIns="91440" bIns="45720" anchor="t"/>
          <a:lstStyle/>
          <a:p>
            <a:r>
              <a:rPr lang="en-US">
                <a:latin typeface="DM Sans 14pt"/>
              </a:rPr>
              <a:t>Market Analysis</a:t>
            </a:r>
          </a:p>
        </p:txBody>
      </p:sp>
    </p:spTree>
    <p:extLst>
      <p:ext uri="{BB962C8B-B14F-4D97-AF65-F5344CB8AC3E}">
        <p14:creationId xmlns:p14="http://schemas.microsoft.com/office/powerpoint/2010/main" val="3666496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B51EB69-8E40-2810-47E3-0CAC019FB716}"/>
              </a:ext>
            </a:extLst>
          </p:cNvPr>
          <p:cNvSpPr>
            <a:spLocks noGrp="1"/>
          </p:cNvSpPr>
          <p:nvPr>
            <p:ph type="body" sz="quarter" idx="12"/>
          </p:nvPr>
        </p:nvSpPr>
        <p:spPr>
          <a:xfrm>
            <a:off x="331024" y="1807180"/>
            <a:ext cx="8492617" cy="4945338"/>
          </a:xfrm>
        </p:spPr>
        <p:txBody>
          <a:bodyPr lIns="0" tIns="45720" rIns="91440" bIns="45720" anchor="t"/>
          <a:lstStyle/>
          <a:p>
            <a:pPr marL="171450" indent="-171450">
              <a:buChar char="•"/>
            </a:pPr>
            <a:r>
              <a:rPr lang="en-US" sz="2400">
                <a:latin typeface="DM Sans ExtraLight"/>
              </a:rPr>
              <a:t>Current market opposition includes large comic stores such as Comic Warehouse, Cosmic Comics and Smallville Comics.</a:t>
            </a:r>
          </a:p>
          <a:p>
            <a:pPr marL="171450" indent="-171450">
              <a:buChar char="•"/>
            </a:pPr>
            <a:r>
              <a:rPr lang="en-US" sz="2400">
                <a:latin typeface="DM Sans ExtraLight"/>
              </a:rPr>
              <a:t>These competitors provide services nationwide and have a huge customer base.</a:t>
            </a:r>
          </a:p>
          <a:p>
            <a:pPr marL="171450" indent="-171450">
              <a:buChar char="•"/>
            </a:pPr>
            <a:r>
              <a:rPr lang="en-US" sz="2400">
                <a:latin typeface="DM Sans ExtraLight"/>
              </a:rPr>
              <a:t>These stores prioritize both online and in-store experiences, with many having online platforms that do not require users to have profiles, which results in lower customer retention.</a:t>
            </a:r>
          </a:p>
          <a:p>
            <a:pPr marL="171450" indent="-171450">
              <a:buChar char="•"/>
            </a:pPr>
            <a:endParaRPr lang="en-US">
              <a:latin typeface="DM Sans ExtraLight"/>
            </a:endParaRPr>
          </a:p>
          <a:p>
            <a:pPr marL="171450" indent="-171450">
              <a:buChar char="•"/>
            </a:pPr>
            <a:endParaRPr lang="en-US">
              <a:latin typeface="DM Sans ExtraLight"/>
            </a:endParaRPr>
          </a:p>
          <a:p>
            <a:pPr marL="171450" indent="-171450">
              <a:buChar char="•"/>
            </a:pPr>
            <a:endParaRPr lang="en-US">
              <a:latin typeface="DM Sans ExtraLight"/>
            </a:endParaRPr>
          </a:p>
          <a:p>
            <a:pPr marL="171450" indent="-171450">
              <a:buChar char="•"/>
            </a:pPr>
            <a:endParaRPr lang="en-US">
              <a:latin typeface="DM Sans ExtraLight"/>
            </a:endParaRPr>
          </a:p>
          <a:p>
            <a:pPr marL="171450" indent="-171450">
              <a:buChar char="•"/>
            </a:pPr>
            <a:endParaRPr lang="en-US">
              <a:latin typeface="DM Sans ExtraLight"/>
            </a:endParaRPr>
          </a:p>
          <a:p>
            <a:pPr marL="171450" indent="-171450">
              <a:buChar char="•"/>
            </a:pPr>
            <a:endParaRPr lang="en-US">
              <a:latin typeface="DM Sans ExtraLight"/>
            </a:endParaRPr>
          </a:p>
          <a:p>
            <a:pPr marL="171450" indent="-171450">
              <a:buChar char="•"/>
            </a:pPr>
            <a:endParaRPr lang="en-US">
              <a:latin typeface="DM Sans ExtraLight"/>
            </a:endParaRPr>
          </a:p>
        </p:txBody>
      </p:sp>
      <p:sp>
        <p:nvSpPr>
          <p:cNvPr id="3" name="Text Placeholder 2">
            <a:extLst>
              <a:ext uri="{FF2B5EF4-FFF2-40B4-BE49-F238E27FC236}">
                <a16:creationId xmlns:a16="http://schemas.microsoft.com/office/drawing/2014/main" id="{14ACC4F1-CAEE-C8FF-69F2-3F64FBDE76C7}"/>
              </a:ext>
            </a:extLst>
          </p:cNvPr>
          <p:cNvSpPr>
            <a:spLocks noGrp="1"/>
          </p:cNvSpPr>
          <p:nvPr>
            <p:ph type="body" sz="quarter" idx="34"/>
          </p:nvPr>
        </p:nvSpPr>
        <p:spPr/>
        <p:txBody>
          <a:bodyPr lIns="0" tIns="45720" rIns="91440" bIns="45720" anchor="t"/>
          <a:lstStyle/>
          <a:p>
            <a:r>
              <a:rPr lang="en-US">
                <a:latin typeface="DM Sans 14pt"/>
              </a:rPr>
              <a:t>Competitive Landscape</a:t>
            </a:r>
          </a:p>
        </p:txBody>
      </p:sp>
    </p:spTree>
    <p:extLst>
      <p:ext uri="{BB962C8B-B14F-4D97-AF65-F5344CB8AC3E}">
        <p14:creationId xmlns:p14="http://schemas.microsoft.com/office/powerpoint/2010/main" val="410881423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D1D1635D-4C22-52A2-6F2A-D4D20D8B0BF0}"/>
              </a:ext>
            </a:extLst>
          </p:cNvPr>
          <p:cNvSpPr>
            <a:spLocks noGrp="1"/>
          </p:cNvSpPr>
          <p:nvPr>
            <p:ph type="body" sz="quarter" idx="12"/>
          </p:nvPr>
        </p:nvSpPr>
        <p:spPr>
          <a:xfrm>
            <a:off x="331024" y="1807180"/>
            <a:ext cx="8954229" cy="8101096"/>
          </a:xfrm>
        </p:spPr>
        <p:txBody>
          <a:bodyPr lIns="0" tIns="45720" rIns="91440" bIns="45720" anchor="t"/>
          <a:lstStyle/>
          <a:p>
            <a:pPr marL="171450" indent="-171450">
              <a:buChar char="•"/>
            </a:pPr>
            <a:r>
              <a:rPr lang="en-US" sz="2400">
                <a:latin typeface="DM Sans ExtraLight"/>
              </a:rPr>
              <a:t>Firstly, since Comic Stock only provides comics, it is a suitable product for customers that want to be immersed purely in the comic space.</a:t>
            </a:r>
          </a:p>
          <a:p>
            <a:pPr marL="171450" indent="-171450">
              <a:buChar char="•"/>
            </a:pPr>
            <a:r>
              <a:rPr lang="en-US" sz="2400">
                <a:latin typeface="DM Sans ExtraLight"/>
              </a:rPr>
              <a:t>Based off the requirement for an account-based system, user retention can grow and data collected from users can result in a more personalized experience.</a:t>
            </a:r>
          </a:p>
          <a:p>
            <a:pPr marL="171450" indent="-171450">
              <a:buChar char="•"/>
            </a:pPr>
            <a:r>
              <a:rPr lang="en-US" sz="2400">
                <a:latin typeface="DM Sans ExtraLight"/>
              </a:rPr>
              <a:t>From there we determined the requirements based on Comic Stocks vision, to structure our thought process.</a:t>
            </a:r>
          </a:p>
          <a:p>
            <a:pPr marL="171450" indent="-171450">
              <a:buChar char="•"/>
            </a:pPr>
            <a:endParaRPr lang="en-US" sz="2400">
              <a:latin typeface="DM Sans ExtraLight"/>
            </a:endParaRPr>
          </a:p>
          <a:p>
            <a:pPr marL="171450" indent="-171450">
              <a:buChar char="•"/>
            </a:pPr>
            <a:endParaRPr lang="en-US" sz="2400"/>
          </a:p>
        </p:txBody>
      </p:sp>
      <p:sp>
        <p:nvSpPr>
          <p:cNvPr id="3" name="Text Placeholder 2">
            <a:extLst>
              <a:ext uri="{FF2B5EF4-FFF2-40B4-BE49-F238E27FC236}">
                <a16:creationId xmlns:a16="http://schemas.microsoft.com/office/drawing/2014/main" id="{A79B421E-F063-23AB-E9C2-91B7A723CFCC}"/>
              </a:ext>
            </a:extLst>
          </p:cNvPr>
          <p:cNvSpPr>
            <a:spLocks noGrp="1"/>
          </p:cNvSpPr>
          <p:nvPr>
            <p:ph type="body" sz="quarter" idx="34"/>
          </p:nvPr>
        </p:nvSpPr>
        <p:spPr/>
        <p:txBody>
          <a:bodyPr lIns="0" tIns="45720" rIns="91440" bIns="45720" anchor="t"/>
          <a:lstStyle/>
          <a:p>
            <a:r>
              <a:rPr lang="en-US">
                <a:latin typeface="DM Sans"/>
              </a:rPr>
              <a:t>Market Opportunity </a:t>
            </a:r>
            <a:endParaRPr lang="en-US"/>
          </a:p>
        </p:txBody>
      </p:sp>
    </p:spTree>
    <p:extLst>
      <p:ext uri="{BB962C8B-B14F-4D97-AF65-F5344CB8AC3E}">
        <p14:creationId xmlns:p14="http://schemas.microsoft.com/office/powerpoint/2010/main" val="1259571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F9751DC-E55C-3EC8-C3B6-C765BC83C5D0}"/>
              </a:ext>
            </a:extLst>
          </p:cNvPr>
          <p:cNvSpPr>
            <a:spLocks noGrp="1"/>
          </p:cNvSpPr>
          <p:nvPr>
            <p:ph type="body" sz="quarter" idx="12"/>
          </p:nvPr>
        </p:nvSpPr>
        <p:spPr>
          <a:xfrm>
            <a:off x="328227" y="1807180"/>
            <a:ext cx="6601960" cy="3815983"/>
          </a:xfrm>
        </p:spPr>
        <p:txBody>
          <a:bodyPr lIns="0" tIns="45720" rIns="91440" bIns="45720" anchor="t"/>
          <a:lstStyle/>
          <a:p>
            <a:pPr marL="171450" indent="-171450">
              <a:buChar char="•"/>
            </a:pPr>
            <a:r>
              <a:rPr lang="en-US" sz="2400">
                <a:latin typeface="DM Sans ExtraLight"/>
              </a:rPr>
              <a:t>Customer</a:t>
            </a:r>
          </a:p>
          <a:p>
            <a:pPr marL="857250" lvl="1" indent="-171450">
              <a:buFont typeface="Courier New" panose="020B0604020202020204" pitchFamily="34" charset="0"/>
              <a:buChar char="o"/>
            </a:pPr>
            <a:r>
              <a:rPr lang="en-US" sz="2400">
                <a:latin typeface="DM Sans ExtraLight"/>
              </a:rPr>
              <a:t>Adds item to cart</a:t>
            </a:r>
          </a:p>
          <a:p>
            <a:pPr marL="857250" lvl="1" indent="-171450">
              <a:buFont typeface="Courier New" panose="020B0604020202020204" pitchFamily="34" charset="0"/>
              <a:buChar char="o"/>
            </a:pPr>
            <a:r>
              <a:rPr lang="en-US" sz="2400">
                <a:latin typeface="DM Sans ExtraLight"/>
              </a:rPr>
              <a:t>Selects cart</a:t>
            </a:r>
          </a:p>
          <a:p>
            <a:pPr marL="857250" lvl="1" indent="-171450">
              <a:buFont typeface="Courier New" panose="020B0604020202020204" pitchFamily="34" charset="0"/>
              <a:buChar char="o"/>
            </a:pPr>
            <a:r>
              <a:rPr lang="en-US" sz="2400">
                <a:latin typeface="DM Sans ExtraLight"/>
              </a:rPr>
              <a:t>Views cart overview</a:t>
            </a:r>
          </a:p>
          <a:p>
            <a:pPr marL="857250" lvl="1" indent="-171450">
              <a:buFont typeface="Courier New" panose="020B0604020202020204" pitchFamily="34" charset="0"/>
              <a:buChar char="o"/>
            </a:pPr>
            <a:r>
              <a:rPr lang="en-US" sz="2400">
                <a:latin typeface="DM Sans ExtraLight"/>
              </a:rPr>
              <a:t>Modify cart</a:t>
            </a:r>
          </a:p>
          <a:p>
            <a:pPr marL="857250" lvl="1" indent="-171450">
              <a:buFont typeface="Courier New" panose="020B0604020202020204" pitchFamily="34" charset="0"/>
              <a:buChar char="o"/>
            </a:pPr>
            <a:r>
              <a:rPr lang="en-US" sz="2400">
                <a:latin typeface="DM Sans ExtraLight"/>
              </a:rPr>
              <a:t>Proceed to checkout</a:t>
            </a:r>
          </a:p>
          <a:p>
            <a:pPr marL="857250" lvl="1" indent="-171450">
              <a:buFont typeface="Courier New" panose="020B0604020202020204" pitchFamily="34" charset="0"/>
              <a:buChar char="o"/>
            </a:pPr>
            <a:r>
              <a:rPr lang="en-US" sz="2400">
                <a:latin typeface="DM Sans ExtraLight"/>
              </a:rPr>
              <a:t>Enter address and shipping details</a:t>
            </a:r>
          </a:p>
          <a:p>
            <a:pPr marL="857250" lvl="1" indent="-171450">
              <a:buFont typeface="Courier New" panose="020B0604020202020204" pitchFamily="34" charset="0"/>
              <a:buChar char="o"/>
            </a:pPr>
            <a:r>
              <a:rPr lang="en-US" sz="2400">
                <a:latin typeface="DM Sans ExtraLight"/>
              </a:rPr>
              <a:t>Continue to payment</a:t>
            </a:r>
          </a:p>
          <a:p>
            <a:pPr marL="857250" lvl="1" indent="-171450">
              <a:buFont typeface="Courier New" panose="020B0604020202020204" pitchFamily="34" charset="0"/>
              <a:buChar char="o"/>
            </a:pPr>
            <a:r>
              <a:rPr lang="en-US" sz="2400">
                <a:latin typeface="DM Sans ExtraLight"/>
              </a:rPr>
              <a:t>Enter payment details</a:t>
            </a:r>
          </a:p>
          <a:p>
            <a:pPr marL="857250" lvl="1" indent="-171450">
              <a:buFont typeface="Courier New" panose="020B0604020202020204" pitchFamily="34" charset="0"/>
              <a:buChar char="o"/>
            </a:pPr>
            <a:r>
              <a:rPr lang="en-US" sz="2400">
                <a:latin typeface="DM Sans ExtraLight"/>
              </a:rPr>
              <a:t>View order confirmation</a:t>
            </a:r>
          </a:p>
          <a:p>
            <a:pPr marL="857250" lvl="1" indent="-171450">
              <a:buFont typeface="Courier New" panose="020B0604020202020204" pitchFamily="34" charset="0"/>
              <a:buChar char="o"/>
            </a:pPr>
            <a:endParaRPr lang="en-US" sz="1800">
              <a:latin typeface="DM Sans ExtraLight"/>
            </a:endParaRPr>
          </a:p>
          <a:p>
            <a:pPr marL="857250" lvl="1" indent="-171450">
              <a:buFont typeface="Courier New" panose="020B0604020202020204" pitchFamily="34" charset="0"/>
              <a:buChar char="o"/>
            </a:pPr>
            <a:endParaRPr lang="en-US" sz="1800">
              <a:latin typeface="DM Sans ExtraLight"/>
            </a:endParaRPr>
          </a:p>
          <a:p>
            <a:pPr marL="1314450" lvl="2">
              <a:buFont typeface="Wingdings" panose="020B0604020202020204" pitchFamily="34" charset="0"/>
              <a:buChar char="§"/>
            </a:pPr>
            <a:endParaRPr lang="en-US" sz="1800">
              <a:latin typeface="DM Sans ExtraLight"/>
            </a:endParaRPr>
          </a:p>
          <a:p>
            <a:pPr marL="857250" lvl="1" indent="-171450">
              <a:buFont typeface="Courier New" panose="020B0604020202020204" pitchFamily="34" charset="0"/>
              <a:buChar char="o"/>
            </a:pPr>
            <a:endParaRPr lang="en-US">
              <a:latin typeface="DM Sans ExtraLight"/>
            </a:endParaRPr>
          </a:p>
        </p:txBody>
      </p:sp>
      <p:sp>
        <p:nvSpPr>
          <p:cNvPr id="3" name="Text Placeholder 2">
            <a:extLst>
              <a:ext uri="{FF2B5EF4-FFF2-40B4-BE49-F238E27FC236}">
                <a16:creationId xmlns:a16="http://schemas.microsoft.com/office/drawing/2014/main" id="{8069266F-9487-B1C8-2E45-40861229FB60}"/>
              </a:ext>
            </a:extLst>
          </p:cNvPr>
          <p:cNvSpPr>
            <a:spLocks noGrp="1"/>
          </p:cNvSpPr>
          <p:nvPr>
            <p:ph type="body" sz="quarter" idx="34"/>
          </p:nvPr>
        </p:nvSpPr>
        <p:spPr/>
        <p:txBody>
          <a:bodyPr lIns="0" tIns="45720" rIns="91440" bIns="45720" anchor="t"/>
          <a:lstStyle/>
          <a:p>
            <a:r>
              <a:rPr lang="en-US">
                <a:latin typeface="DM Sans"/>
              </a:rPr>
              <a:t>Business Process </a:t>
            </a:r>
            <a:endParaRPr lang="en-US"/>
          </a:p>
        </p:txBody>
      </p:sp>
    </p:spTree>
    <p:extLst>
      <p:ext uri="{BB962C8B-B14F-4D97-AF65-F5344CB8AC3E}">
        <p14:creationId xmlns:p14="http://schemas.microsoft.com/office/powerpoint/2010/main" val="6311887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EFE774F-B7C3-12AB-2C98-2F79D7CA20B2}"/>
              </a:ext>
            </a:extLst>
          </p:cNvPr>
          <p:cNvSpPr>
            <a:spLocks noGrp="1"/>
          </p:cNvSpPr>
          <p:nvPr>
            <p:ph type="body" sz="quarter" idx="12"/>
          </p:nvPr>
        </p:nvSpPr>
        <p:spPr>
          <a:xfrm>
            <a:off x="331025" y="1807180"/>
            <a:ext cx="9862677" cy="4891459"/>
          </a:xfrm>
        </p:spPr>
        <p:txBody>
          <a:bodyPr lIns="0" tIns="45720" rIns="91440" bIns="45720" anchor="t"/>
          <a:lstStyle/>
          <a:p>
            <a:pPr marL="342900" indent="-342900">
              <a:buChar char="•"/>
            </a:pPr>
            <a:r>
              <a:rPr lang="en-US" sz="2400">
                <a:latin typeface="DM Sans ExtraLight"/>
              </a:rPr>
              <a:t>System</a:t>
            </a:r>
            <a:endParaRPr lang="en-US" sz="2400"/>
          </a:p>
          <a:p>
            <a:pPr marL="857250" lvl="1" indent="-171450"/>
            <a:r>
              <a:rPr lang="en-US" sz="2000">
                <a:latin typeface="DM Sans ExtraLight"/>
              </a:rPr>
              <a:t>Validate voucher</a:t>
            </a:r>
          </a:p>
          <a:p>
            <a:pPr marL="857250" lvl="1" indent="-171450"/>
            <a:r>
              <a:rPr lang="en-US" sz="2000">
                <a:latin typeface="DM Sans ExtraLight"/>
              </a:rPr>
              <a:t>Add delivery fees</a:t>
            </a:r>
          </a:p>
          <a:p>
            <a:pPr marL="857250" lvl="1" indent="-171450"/>
            <a:r>
              <a:rPr lang="en-US" sz="2000">
                <a:latin typeface="DM Sans ExtraLight"/>
              </a:rPr>
              <a:t>Send confirmation of order</a:t>
            </a:r>
          </a:p>
          <a:p>
            <a:pPr marL="857250" lvl="1" indent="-171450"/>
            <a:r>
              <a:rPr lang="en-US" sz="2000">
                <a:latin typeface="DM Sans ExtraLight"/>
              </a:rPr>
              <a:t>Send delivery details to courier.</a:t>
            </a:r>
          </a:p>
          <a:p>
            <a:pPr marL="342900" indent="-342900">
              <a:buChar char="•"/>
            </a:pPr>
            <a:r>
              <a:rPr lang="en-US" sz="2400">
                <a:latin typeface="DM Sans ExtraLight"/>
              </a:rPr>
              <a:t>Payment Gateway</a:t>
            </a:r>
            <a:endParaRPr lang="en-US" sz="2400"/>
          </a:p>
          <a:p>
            <a:pPr marL="1028700" lvl="1" indent="-171450"/>
            <a:r>
              <a:rPr lang="en-US" sz="2000">
                <a:latin typeface="DM Sans ExtraLight"/>
              </a:rPr>
              <a:t>Verify payment details</a:t>
            </a:r>
          </a:p>
          <a:p>
            <a:pPr marL="1028700" lvl="1" indent="-171450"/>
            <a:r>
              <a:rPr lang="en-US" sz="2000">
                <a:latin typeface="DM Sans ExtraLight"/>
              </a:rPr>
              <a:t>Confirm payment</a:t>
            </a:r>
          </a:p>
          <a:p>
            <a:pPr marL="342900" indent="-342900">
              <a:buChar char="•"/>
            </a:pPr>
            <a:r>
              <a:rPr lang="en-US" sz="2400">
                <a:latin typeface="DM Sans ExtraLight"/>
              </a:rPr>
              <a:t>Delivery</a:t>
            </a:r>
            <a:endParaRPr lang="en-US" sz="2400"/>
          </a:p>
          <a:p>
            <a:pPr marL="1028700" lvl="1" indent="-171450"/>
            <a:r>
              <a:rPr lang="en-US" sz="2000">
                <a:latin typeface="DM Sans ExtraLight"/>
              </a:rPr>
              <a:t>View order details </a:t>
            </a:r>
            <a:endParaRPr lang="en-US" sz="2000">
              <a:latin typeface="Aptos" panose="02110004020202020204"/>
            </a:endParaRPr>
          </a:p>
          <a:p>
            <a:pPr marL="1028700" lvl="1" indent="-171450"/>
            <a:r>
              <a:rPr lang="en-US" sz="2000">
                <a:latin typeface="DM Sans ExtraLight"/>
              </a:rPr>
              <a:t>Package order</a:t>
            </a:r>
            <a:endParaRPr lang="en-US" sz="2000">
              <a:latin typeface="Aptos" panose="02110004020202020204"/>
            </a:endParaRPr>
          </a:p>
          <a:p>
            <a:pPr marL="1028700" lvl="1" indent="-171450"/>
            <a:r>
              <a:rPr lang="en-US" sz="2000">
                <a:latin typeface="DM Sans ExtraLight"/>
              </a:rPr>
              <a:t>Deliver order</a:t>
            </a:r>
            <a:br>
              <a:rPr lang="en-US" sz="7200">
                <a:latin typeface="DM Sans ExtraLight"/>
              </a:rPr>
            </a:br>
            <a:br>
              <a:rPr lang="en-US" sz="7200"/>
            </a:br>
            <a:endParaRPr lang="en-US" sz="7200"/>
          </a:p>
          <a:p>
            <a:pPr lvl="1" indent="0">
              <a:buNone/>
            </a:pPr>
            <a:endParaRPr lang="en-US" sz="1800">
              <a:latin typeface="DM Sans ExtraLight"/>
            </a:endParaRPr>
          </a:p>
          <a:p>
            <a:pPr lvl="1" indent="0">
              <a:buNone/>
            </a:pPr>
            <a:endParaRPr lang="en-US" sz="1800">
              <a:latin typeface="DM Sans ExtraLight"/>
            </a:endParaRPr>
          </a:p>
          <a:p>
            <a:pPr lvl="1" indent="0">
              <a:buNone/>
            </a:pPr>
            <a:endParaRPr lang="en-US" sz="1800">
              <a:latin typeface="DM Sans ExtraLight"/>
            </a:endParaRPr>
          </a:p>
          <a:p>
            <a:pPr marL="857250" lvl="1" indent="-171450"/>
            <a:endParaRPr lang="en-US" sz="1800">
              <a:latin typeface="DM Sans ExtraLight"/>
            </a:endParaRPr>
          </a:p>
          <a:p>
            <a:pPr lvl="1" indent="0">
              <a:buNone/>
            </a:pPr>
            <a:endParaRPr lang="en-US" sz="1800">
              <a:latin typeface="DM Sans ExtraLight"/>
            </a:endParaRPr>
          </a:p>
        </p:txBody>
      </p:sp>
      <p:sp>
        <p:nvSpPr>
          <p:cNvPr id="4" name="Text Placeholder 3">
            <a:extLst>
              <a:ext uri="{FF2B5EF4-FFF2-40B4-BE49-F238E27FC236}">
                <a16:creationId xmlns:a16="http://schemas.microsoft.com/office/drawing/2014/main" id="{2EABD3FE-A0AE-3C64-6B40-E2DB036B83E8}"/>
              </a:ext>
            </a:extLst>
          </p:cNvPr>
          <p:cNvSpPr>
            <a:spLocks noGrp="1"/>
          </p:cNvSpPr>
          <p:nvPr>
            <p:ph type="body" sz="quarter" idx="34"/>
          </p:nvPr>
        </p:nvSpPr>
        <p:spPr>
          <a:xfrm>
            <a:off x="331535" y="842300"/>
            <a:ext cx="7614652" cy="490643"/>
          </a:xfrm>
        </p:spPr>
        <p:txBody>
          <a:bodyPr lIns="0" tIns="45720" rIns="91440" bIns="45720" anchor="t"/>
          <a:lstStyle/>
          <a:p>
            <a:r>
              <a:rPr lang="en-US">
                <a:latin typeface="DM Sans"/>
              </a:rPr>
              <a:t>Business process continued</a:t>
            </a:r>
            <a:endParaRPr lang="en-US"/>
          </a:p>
        </p:txBody>
      </p:sp>
    </p:spTree>
    <p:extLst>
      <p:ext uri="{BB962C8B-B14F-4D97-AF65-F5344CB8AC3E}">
        <p14:creationId xmlns:p14="http://schemas.microsoft.com/office/powerpoint/2010/main" val="29025385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ADA11C8-4B39-1DAC-B541-D8EF300C12FB}"/>
              </a:ext>
            </a:extLst>
          </p:cNvPr>
          <p:cNvSpPr>
            <a:spLocks noGrp="1"/>
          </p:cNvSpPr>
          <p:nvPr>
            <p:ph type="body" sz="quarter" idx="12"/>
          </p:nvPr>
        </p:nvSpPr>
        <p:spPr>
          <a:xfrm>
            <a:off x="328227" y="1807180"/>
            <a:ext cx="6601960" cy="4452032"/>
          </a:xfrm>
        </p:spPr>
        <p:txBody>
          <a:bodyPr lIns="0" tIns="45720" rIns="91440" bIns="45720" anchor="t"/>
          <a:lstStyle/>
          <a:p>
            <a:pPr marL="171450" indent="-171450">
              <a:buChar char="•"/>
            </a:pPr>
            <a:r>
              <a:rPr lang="en-US" sz="2000">
                <a:latin typeface="DM Sans ExtraLight"/>
              </a:rPr>
              <a:t>Guerilla testing used to identify feedback on the potential product usability.</a:t>
            </a:r>
          </a:p>
          <a:p>
            <a:pPr marL="171450" indent="-171450">
              <a:buChar char="•"/>
            </a:pPr>
            <a:r>
              <a:rPr lang="en-US" sz="2000">
                <a:latin typeface="DM Sans ExtraLight"/>
              </a:rPr>
              <a:t>The following was identified by potential users:</a:t>
            </a:r>
          </a:p>
          <a:p>
            <a:pPr marL="857250" lvl="1" indent="-171450">
              <a:buFont typeface="Courier New" panose="020B0604020202020204" pitchFamily="34" charset="0"/>
              <a:buChar char="o"/>
            </a:pPr>
            <a:r>
              <a:rPr lang="en-US" sz="2000">
                <a:latin typeface="DM Sans ExtraLight"/>
              </a:rPr>
              <a:t>Button layout consistency.</a:t>
            </a:r>
          </a:p>
          <a:p>
            <a:pPr marL="857250" lvl="1" indent="-171450">
              <a:buFont typeface="Courier New" panose="020B0604020202020204" pitchFamily="34" charset="0"/>
              <a:buChar char="o"/>
            </a:pPr>
            <a:r>
              <a:rPr lang="en-US" sz="2000">
                <a:latin typeface="DM Sans ExtraLight"/>
              </a:rPr>
              <a:t>Make visuals clearer.</a:t>
            </a:r>
          </a:p>
          <a:p>
            <a:pPr marL="857250" lvl="1" indent="-171450">
              <a:buFont typeface="Courier New" panose="020B0604020202020204" pitchFamily="34" charset="0"/>
              <a:buChar char="o"/>
            </a:pPr>
            <a:r>
              <a:rPr lang="en-US" sz="2000">
                <a:latin typeface="DM Sans ExtraLight"/>
              </a:rPr>
              <a:t>Provide descriptions of the comics before adding to cart.</a:t>
            </a:r>
          </a:p>
          <a:p>
            <a:pPr marL="857250" lvl="1" indent="-171450">
              <a:buFont typeface="Courier New" panose="020B0604020202020204" pitchFamily="34" charset="0"/>
              <a:buChar char="o"/>
            </a:pPr>
            <a:r>
              <a:rPr lang="en-US" sz="2000">
                <a:latin typeface="DM Sans ExtraLight"/>
              </a:rPr>
              <a:t>Simplified checkout process.</a:t>
            </a:r>
          </a:p>
          <a:p>
            <a:pPr marL="857250" lvl="1" indent="-171450">
              <a:buFont typeface="Courier New" panose="020B0604020202020204" pitchFamily="34" charset="0"/>
              <a:buChar char="o"/>
            </a:pPr>
            <a:r>
              <a:rPr lang="en-US" sz="2000">
                <a:latin typeface="DM Sans ExtraLight"/>
              </a:rPr>
              <a:t>Users could follow the key process flow.</a:t>
            </a:r>
          </a:p>
          <a:p>
            <a:pPr marL="857250" lvl="1" indent="-171450">
              <a:buFont typeface="Courier New" panose="020B0604020202020204" pitchFamily="34" charset="0"/>
              <a:buChar char="o"/>
            </a:pPr>
            <a:r>
              <a:rPr lang="en-US" sz="2000">
                <a:latin typeface="DM Sans ExtraLight"/>
              </a:rPr>
              <a:t>Users wanted multiple delivery options.</a:t>
            </a:r>
            <a:endParaRPr lang="en-US" sz="2000"/>
          </a:p>
          <a:p>
            <a:pPr marL="857250" lvl="1" indent="-171450">
              <a:buFont typeface="Courier New" panose="020B0604020202020204" pitchFamily="34" charset="0"/>
              <a:buChar char="o"/>
            </a:pPr>
            <a:r>
              <a:rPr lang="en-US" sz="2000">
                <a:latin typeface="DM Sans ExtraLight"/>
              </a:rPr>
              <a:t>Allow users to save delivery and credential as part of their account.</a:t>
            </a:r>
            <a:endParaRPr lang="en-US" sz="2000"/>
          </a:p>
          <a:p>
            <a:pPr marL="857250" lvl="1" indent="-171450">
              <a:buFont typeface="Courier New" panose="020B0604020202020204" pitchFamily="34" charset="0"/>
              <a:buChar char="o"/>
            </a:pPr>
            <a:endParaRPr lang="en-US" sz="2000">
              <a:latin typeface="Aptos" panose="02110004020202020204"/>
            </a:endParaRPr>
          </a:p>
          <a:p>
            <a:pPr marL="171450" indent="-171450">
              <a:buFont typeface="Arial" panose="020B0604020202020204" pitchFamily="34" charset="0"/>
              <a:buChar char="•"/>
            </a:pPr>
            <a:endParaRPr lang="en-US"/>
          </a:p>
        </p:txBody>
      </p:sp>
      <p:sp>
        <p:nvSpPr>
          <p:cNvPr id="3" name="Text Placeholder 2">
            <a:extLst>
              <a:ext uri="{FF2B5EF4-FFF2-40B4-BE49-F238E27FC236}">
                <a16:creationId xmlns:a16="http://schemas.microsoft.com/office/drawing/2014/main" id="{2627D319-9B64-EDD5-D421-FA32EB22DE1D}"/>
              </a:ext>
            </a:extLst>
          </p:cNvPr>
          <p:cNvSpPr>
            <a:spLocks noGrp="1"/>
          </p:cNvSpPr>
          <p:nvPr>
            <p:ph type="body" sz="quarter" idx="34"/>
          </p:nvPr>
        </p:nvSpPr>
        <p:spPr/>
        <p:txBody>
          <a:bodyPr lIns="0" tIns="45720" rIns="91440" bIns="45720" anchor="t"/>
          <a:lstStyle/>
          <a:p>
            <a:r>
              <a:rPr lang="en-US">
                <a:latin typeface="DM Sans"/>
              </a:rPr>
              <a:t>UX research method</a:t>
            </a:r>
            <a:endParaRPr lang="en-US"/>
          </a:p>
        </p:txBody>
      </p:sp>
    </p:spTree>
    <p:extLst>
      <p:ext uri="{BB962C8B-B14F-4D97-AF65-F5344CB8AC3E}">
        <p14:creationId xmlns:p14="http://schemas.microsoft.com/office/powerpoint/2010/main" val="19610789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descr="A computer screen shot of a magnifying glass with a box&#10;&#10;AI-generated content may be incorrect.">
            <a:extLst>
              <a:ext uri="{FF2B5EF4-FFF2-40B4-BE49-F238E27FC236}">
                <a16:creationId xmlns:a16="http://schemas.microsoft.com/office/drawing/2014/main" id="{CA784C0A-7A8E-8176-B5D0-D655850EA38C}"/>
              </a:ext>
            </a:extLst>
          </p:cNvPr>
          <p:cNvPicPr>
            <a:picLocks noChangeAspect="1"/>
          </p:cNvPicPr>
          <p:nvPr/>
        </p:nvPicPr>
        <p:blipFill>
          <a:blip r:embed="rId2"/>
          <a:srcRect l="13328" t="12331" r="34068" b="12387"/>
          <a:stretch>
            <a:fillRect/>
          </a:stretch>
        </p:blipFill>
        <p:spPr>
          <a:xfrm>
            <a:off x="8542733" y="3686574"/>
            <a:ext cx="3171579" cy="2296236"/>
          </a:xfrm>
          <a:prstGeom prst="rect">
            <a:avLst/>
          </a:prstGeom>
          <a:ln>
            <a:noFill/>
          </a:ln>
          <a:effectLst>
            <a:outerShdw blurRad="292100" dist="139700" dir="2700000" algn="tl" rotWithShape="0">
              <a:srgbClr val="333333">
                <a:alpha val="65000"/>
              </a:srgbClr>
            </a:outerShdw>
          </a:effectLst>
        </p:spPr>
      </p:pic>
      <p:pic>
        <p:nvPicPr>
          <p:cNvPr id="8" name="Picture 7" descr="A hand holding a shopping cart&#10;&#10;AI-generated content may be incorrect.">
            <a:extLst>
              <a:ext uri="{FF2B5EF4-FFF2-40B4-BE49-F238E27FC236}">
                <a16:creationId xmlns:a16="http://schemas.microsoft.com/office/drawing/2014/main" id="{D4502164-FAB2-9F82-F4E3-0FB29DA3D006}"/>
              </a:ext>
            </a:extLst>
          </p:cNvPr>
          <p:cNvPicPr>
            <a:picLocks noChangeAspect="1"/>
          </p:cNvPicPr>
          <p:nvPr/>
        </p:nvPicPr>
        <p:blipFill>
          <a:blip r:embed="rId3"/>
          <a:srcRect l="11308" t="7244" r="33749" b="3887"/>
          <a:stretch>
            <a:fillRect/>
          </a:stretch>
        </p:blipFill>
        <p:spPr>
          <a:xfrm>
            <a:off x="4500236" y="3689048"/>
            <a:ext cx="3271081" cy="2296754"/>
          </a:xfrm>
          <a:prstGeom prst="rect">
            <a:avLst/>
          </a:prstGeom>
          <a:ln>
            <a:noFill/>
          </a:ln>
          <a:effectLst>
            <a:outerShdw blurRad="292100" dist="139700" dir="2700000" algn="tl" rotWithShape="0">
              <a:srgbClr val="333333">
                <a:alpha val="65000"/>
              </a:srgbClr>
            </a:outerShdw>
          </a:effectLst>
        </p:spPr>
      </p:pic>
      <p:sp>
        <p:nvSpPr>
          <p:cNvPr id="2" name="Text Placeholder 1">
            <a:extLst>
              <a:ext uri="{FF2B5EF4-FFF2-40B4-BE49-F238E27FC236}">
                <a16:creationId xmlns:a16="http://schemas.microsoft.com/office/drawing/2014/main" id="{2C610D59-D162-60C4-D1E0-5AED11D8712B}"/>
              </a:ext>
            </a:extLst>
          </p:cNvPr>
          <p:cNvSpPr>
            <a:spLocks noGrp="1"/>
          </p:cNvSpPr>
          <p:nvPr>
            <p:ph type="body" sz="quarter" idx="12"/>
          </p:nvPr>
        </p:nvSpPr>
        <p:spPr>
          <a:xfrm>
            <a:off x="279346" y="3681942"/>
            <a:ext cx="3836279" cy="2114502"/>
          </a:xfrm>
        </p:spPr>
        <p:txBody>
          <a:bodyPr lIns="0" tIns="45720" rIns="91440" bIns="45720" anchor="t"/>
          <a:lstStyle/>
          <a:p>
            <a:r>
              <a:rPr lang="en-US" sz="2800">
                <a:latin typeface="DM Sans ExtraLight"/>
              </a:rPr>
              <a:t>   </a:t>
            </a:r>
            <a:endParaRPr lang="en-US"/>
          </a:p>
          <a:p>
            <a:endParaRPr lang="en-US" sz="2800">
              <a:latin typeface="DM Sans ExtraLight"/>
            </a:endParaRPr>
          </a:p>
          <a:p>
            <a:r>
              <a:rPr lang="en-US" sz="2800">
                <a:latin typeface="DM Sans ExtraLight"/>
              </a:rPr>
              <a:t>          </a:t>
            </a:r>
            <a:endParaRPr lang="en-US"/>
          </a:p>
        </p:txBody>
      </p:sp>
      <p:sp>
        <p:nvSpPr>
          <p:cNvPr id="3" name="Text Placeholder 2">
            <a:extLst>
              <a:ext uri="{FF2B5EF4-FFF2-40B4-BE49-F238E27FC236}">
                <a16:creationId xmlns:a16="http://schemas.microsoft.com/office/drawing/2014/main" id="{DC542BDD-07FE-CBFD-365B-0CDE8F23283B}"/>
              </a:ext>
            </a:extLst>
          </p:cNvPr>
          <p:cNvSpPr>
            <a:spLocks noGrp="1"/>
          </p:cNvSpPr>
          <p:nvPr>
            <p:ph type="body" sz="quarter" idx="34"/>
          </p:nvPr>
        </p:nvSpPr>
        <p:spPr>
          <a:xfrm>
            <a:off x="320650" y="842300"/>
            <a:ext cx="8971738" cy="632157"/>
          </a:xfrm>
        </p:spPr>
        <p:txBody>
          <a:bodyPr lIns="0" tIns="45720" rIns="91440" bIns="45720" anchor="t"/>
          <a:lstStyle/>
          <a:p>
            <a:r>
              <a:rPr lang="en-US">
                <a:latin typeface="DM Sans"/>
              </a:rPr>
              <a:t>Proposed solution</a:t>
            </a:r>
            <a:endParaRPr lang="en-US"/>
          </a:p>
        </p:txBody>
      </p:sp>
      <p:pic>
        <p:nvPicPr>
          <p:cNvPr id="4" name="Picture 3" descr="A computer screen shot of a computer screen&#10;&#10;AI-generated content may be incorrect.">
            <a:extLst>
              <a:ext uri="{FF2B5EF4-FFF2-40B4-BE49-F238E27FC236}">
                <a16:creationId xmlns:a16="http://schemas.microsoft.com/office/drawing/2014/main" id="{9C55A31D-4D14-7DF5-59DE-C05EDE7C8048}"/>
              </a:ext>
            </a:extLst>
          </p:cNvPr>
          <p:cNvPicPr>
            <a:picLocks noChangeAspect="1"/>
          </p:cNvPicPr>
          <p:nvPr/>
        </p:nvPicPr>
        <p:blipFill>
          <a:blip r:embed="rId4"/>
          <a:srcRect l="99" t="23333" r="24480" b="21111"/>
          <a:stretch>
            <a:fillRect/>
          </a:stretch>
        </p:blipFill>
        <p:spPr>
          <a:xfrm>
            <a:off x="283029" y="3680580"/>
            <a:ext cx="3232115" cy="2310193"/>
          </a:xfrm>
          <a:prstGeom prst="rect">
            <a:avLst/>
          </a:prstGeom>
          <a:ln>
            <a:noFill/>
          </a:ln>
          <a:effectLst>
            <a:outerShdw blurRad="292100" dist="139700" dir="2700000" algn="tl" rotWithShape="0">
              <a:srgbClr val="333333">
                <a:alpha val="65000"/>
              </a:srgbClr>
            </a:outerShdw>
          </a:effectLst>
        </p:spPr>
      </p:pic>
      <p:sp>
        <p:nvSpPr>
          <p:cNvPr id="5" name="TextBox 4">
            <a:extLst>
              <a:ext uri="{FF2B5EF4-FFF2-40B4-BE49-F238E27FC236}">
                <a16:creationId xmlns:a16="http://schemas.microsoft.com/office/drawing/2014/main" id="{17711DDF-DA33-4985-27CC-474698E2BB9E}"/>
              </a:ext>
            </a:extLst>
          </p:cNvPr>
          <p:cNvSpPr txBox="1"/>
          <p:nvPr/>
        </p:nvSpPr>
        <p:spPr>
          <a:xfrm>
            <a:off x="4281713" y="2146905"/>
            <a:ext cx="3973285" cy="145167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Bef>
                <a:spcPts val="1000"/>
              </a:spcBef>
            </a:pPr>
            <a:r>
              <a:rPr lang="en-US" sz="2400">
                <a:latin typeface="DM Sans ExtraLight"/>
              </a:rPr>
              <a:t>Seamless comic discovery and purchasing</a:t>
            </a:r>
            <a:r>
              <a:rPr lang="en-US" sz="2800">
                <a:latin typeface="DM Sans ExtraLight"/>
              </a:rPr>
              <a:t> </a:t>
            </a:r>
            <a:endParaRPr lang="en-US">
              <a:latin typeface="Aptos"/>
            </a:endParaRPr>
          </a:p>
          <a:p>
            <a:pPr>
              <a:spcBef>
                <a:spcPts val="1000"/>
              </a:spcBef>
            </a:pPr>
            <a:endParaRPr lang="en-US" sz="2800">
              <a:latin typeface="DM Sans ExtraLight"/>
            </a:endParaRPr>
          </a:p>
        </p:txBody>
      </p:sp>
      <p:sp>
        <p:nvSpPr>
          <p:cNvPr id="10" name="TextBox 9">
            <a:extLst>
              <a:ext uri="{FF2B5EF4-FFF2-40B4-BE49-F238E27FC236}">
                <a16:creationId xmlns:a16="http://schemas.microsoft.com/office/drawing/2014/main" id="{E7DB0CDD-F8B7-87C3-ADCB-F901B9268246}"/>
              </a:ext>
            </a:extLst>
          </p:cNvPr>
          <p:cNvSpPr txBox="1"/>
          <p:nvPr/>
        </p:nvSpPr>
        <p:spPr>
          <a:xfrm>
            <a:off x="8400142" y="2195286"/>
            <a:ext cx="3592285"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DM Sans ExtraLight"/>
              </a:rPr>
              <a:t>Integrated order tracking and delivery support </a:t>
            </a:r>
            <a:endParaRPr lang="en-US" sz="2400"/>
          </a:p>
        </p:txBody>
      </p:sp>
      <p:sp>
        <p:nvSpPr>
          <p:cNvPr id="11" name="TextBox 10">
            <a:extLst>
              <a:ext uri="{FF2B5EF4-FFF2-40B4-BE49-F238E27FC236}">
                <a16:creationId xmlns:a16="http://schemas.microsoft.com/office/drawing/2014/main" id="{FDE967F6-97C2-1DD2-4A7F-4D264B96103F}"/>
              </a:ext>
            </a:extLst>
          </p:cNvPr>
          <p:cNvSpPr txBox="1"/>
          <p:nvPr/>
        </p:nvSpPr>
        <p:spPr>
          <a:xfrm>
            <a:off x="278189" y="2189239"/>
            <a:ext cx="324152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latin typeface="DM Sans ExtraLight"/>
              </a:rPr>
              <a:t>Mobile first approach</a:t>
            </a:r>
          </a:p>
        </p:txBody>
      </p:sp>
    </p:spTree>
    <p:extLst>
      <p:ext uri="{BB962C8B-B14F-4D97-AF65-F5344CB8AC3E}">
        <p14:creationId xmlns:p14="http://schemas.microsoft.com/office/powerpoint/2010/main" val="366896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xEl>
                                              <p:pRg st="0" end="0"/>
                                            </p:txEl>
                                          </p:spTgt>
                                        </p:tgtEl>
                                        <p:attrNameLst>
                                          <p:attrName>style.visibility</p:attrName>
                                        </p:attrNameLst>
                                      </p:cBhvr>
                                      <p:to>
                                        <p:strVal val="visible"/>
                                      </p:to>
                                    </p:set>
                                    <p:animEffect transition="in" filter="fade">
                                      <p:cBhvr>
                                        <p:cTn id="10" dur="500"/>
                                        <p:tgtEl>
                                          <p:spTgt spid="2">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fade">
                                      <p:cBhvr>
                                        <p:cTn id="15" dur="1500"/>
                                        <p:tgtEl>
                                          <p:spTgt spid="2">
                                            <p:txEl>
                                              <p:pRg st="2" end="2"/>
                                            </p:txEl>
                                          </p:spTgt>
                                        </p:tgtEl>
                                      </p:cBhvr>
                                    </p:animEffect>
                                  </p:childTnLst>
                                </p:cTn>
                              </p:par>
                              <p:par>
                                <p:cTn id="16" presetID="10" presetClass="entr" presetSubtype="0" fill="hold" nodeType="withEffect">
                                  <p:stCondLst>
                                    <p:cond delay="500"/>
                                  </p:stCondLst>
                                  <p:childTnLst>
                                    <p:set>
                                      <p:cBhvr>
                                        <p:cTn id="17" dur="1" fill="hold">
                                          <p:stCondLst>
                                            <p:cond delay="0"/>
                                          </p:stCondLst>
                                        </p:cTn>
                                        <p:tgtEl>
                                          <p:spTgt spid="4"/>
                                        </p:tgtEl>
                                        <p:attrNameLst>
                                          <p:attrName>style.visibility</p:attrName>
                                        </p:attrNameLst>
                                      </p:cBhvr>
                                      <p:to>
                                        <p:strVal val="visible"/>
                                      </p:to>
                                    </p:set>
                                    <p:animEffect transition="in" filter="fade">
                                      <p:cBhvr>
                                        <p:cTn id="18" dur="2000"/>
                                        <p:tgtEl>
                                          <p:spTgt spid="4"/>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50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grpId="0" nodeType="clickEffect">
                                  <p:stCondLst>
                                    <p:cond delay="50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500"/>
                                  </p:stCondLst>
                                  <p:childTnLst>
                                    <p:set>
                                      <p:cBhvr>
                                        <p:cTn id="32" dur="1" fill="hold">
                                          <p:stCondLst>
                                            <p:cond delay="0"/>
                                          </p:stCondLst>
                                        </p:cTn>
                                        <p:tgtEl>
                                          <p:spTgt spid="9"/>
                                        </p:tgtEl>
                                        <p:attrNameLst>
                                          <p:attrName>style.visibility</p:attrName>
                                        </p:attrNameLst>
                                      </p:cBhvr>
                                      <p:to>
                                        <p:strVal val="visible"/>
                                      </p:to>
                                    </p:set>
                                    <p:animEffect transition="in" filter="fade">
                                      <p:cBhvr>
                                        <p:cTn id="33" dur="1500"/>
                                        <p:tgtEl>
                                          <p:spTgt spid="9"/>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0"/>
                                        </p:tgtEl>
                                        <p:attrNameLst>
                                          <p:attrName>style.visibility</p:attrName>
                                        </p:attrNameLst>
                                      </p:cBhvr>
                                      <p:to>
                                        <p:strVal val="visible"/>
                                      </p:to>
                                    </p:set>
                                    <p:animEffect transition="in" filter="fade">
                                      <p:cBhvr>
                                        <p:cTn id="38" dur="125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5" grpId="0"/>
      <p:bldP spid="10" grpId="0"/>
      <p:bldP spid="11"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2EF3454-C8B2-B09D-D602-9679EA1F4E0D}"/>
              </a:ext>
            </a:extLst>
          </p:cNvPr>
          <p:cNvSpPr>
            <a:spLocks noGrp="1"/>
          </p:cNvSpPr>
          <p:nvPr>
            <p:ph type="body" sz="quarter" idx="12"/>
          </p:nvPr>
        </p:nvSpPr>
        <p:spPr>
          <a:xfrm>
            <a:off x="321929" y="1807180"/>
            <a:ext cx="11293613" cy="4193834"/>
          </a:xfrm>
        </p:spPr>
        <p:txBody>
          <a:bodyPr lIns="0" tIns="45720" rIns="91440" bIns="45720" anchor="t">
            <a:normAutofit/>
          </a:bodyPr>
          <a:lstStyle/>
          <a:p>
            <a:pPr marL="342900" indent="-342900">
              <a:lnSpc>
                <a:spcPct val="90000"/>
              </a:lnSpc>
              <a:buChar char="•"/>
            </a:pPr>
            <a:endParaRPr lang="en-GB" sz="2800">
              <a:latin typeface="DM Sans ExtraLight"/>
            </a:endParaRPr>
          </a:p>
          <a:p>
            <a:pPr marL="342900" indent="-342900">
              <a:lnSpc>
                <a:spcPct val="90000"/>
              </a:lnSpc>
              <a:buChar char="•"/>
            </a:pPr>
            <a:endParaRPr lang="en-GB" sz="2800">
              <a:latin typeface="DM Sans ExtraLight"/>
            </a:endParaRPr>
          </a:p>
          <a:p>
            <a:pPr marL="342900" indent="-342900">
              <a:lnSpc>
                <a:spcPct val="90000"/>
              </a:lnSpc>
              <a:buChar char="•"/>
            </a:pPr>
            <a:endParaRPr lang="en-GB" sz="2800">
              <a:latin typeface="DM Sans ExtraLight"/>
            </a:endParaRPr>
          </a:p>
          <a:p>
            <a:pPr marL="342900" indent="-342900">
              <a:lnSpc>
                <a:spcPct val="90000"/>
              </a:lnSpc>
              <a:buChar char="•"/>
            </a:pPr>
            <a:endParaRPr lang="en-GB" sz="2800">
              <a:latin typeface="DM Sans ExtraLight"/>
            </a:endParaRPr>
          </a:p>
        </p:txBody>
      </p:sp>
      <p:sp>
        <p:nvSpPr>
          <p:cNvPr id="3" name="Text Placeholder 2">
            <a:extLst>
              <a:ext uri="{FF2B5EF4-FFF2-40B4-BE49-F238E27FC236}">
                <a16:creationId xmlns:a16="http://schemas.microsoft.com/office/drawing/2014/main" id="{1D44D81B-090B-E04B-D8B9-79F3C5790F15}"/>
              </a:ext>
            </a:extLst>
          </p:cNvPr>
          <p:cNvSpPr>
            <a:spLocks noGrp="1"/>
          </p:cNvSpPr>
          <p:nvPr>
            <p:ph type="body" sz="quarter" idx="34"/>
          </p:nvPr>
        </p:nvSpPr>
        <p:spPr>
          <a:xfrm>
            <a:off x="331535" y="842300"/>
            <a:ext cx="6598653" cy="490643"/>
          </a:xfrm>
        </p:spPr>
        <p:txBody>
          <a:bodyPr lIns="0" tIns="45720" rIns="91440" bIns="45720" anchor="t">
            <a:normAutofit/>
          </a:bodyPr>
          <a:lstStyle/>
          <a:p>
            <a:r>
              <a:rPr lang="en-GB" sz="2800">
                <a:latin typeface="DM Sans"/>
              </a:rPr>
              <a:t>Value We Deliver  </a:t>
            </a:r>
          </a:p>
        </p:txBody>
      </p:sp>
      <p:graphicFrame>
        <p:nvGraphicFramePr>
          <p:cNvPr id="4" name="Diagram 3">
            <a:extLst>
              <a:ext uri="{FF2B5EF4-FFF2-40B4-BE49-F238E27FC236}">
                <a16:creationId xmlns:a16="http://schemas.microsoft.com/office/drawing/2014/main" id="{F3DA2261-F559-542F-27DA-389F4EFD07CA}"/>
              </a:ext>
            </a:extLst>
          </p:cNvPr>
          <p:cNvGraphicFramePr/>
          <p:nvPr>
            <p:extLst>
              <p:ext uri="{D42A27DB-BD31-4B8C-83A1-F6EECF244321}">
                <p14:modId xmlns:p14="http://schemas.microsoft.com/office/powerpoint/2010/main" val="2624823674"/>
              </p:ext>
            </p:extLst>
          </p:nvPr>
        </p:nvGraphicFramePr>
        <p:xfrm>
          <a:off x="723515" y="715049"/>
          <a:ext cx="8381998" cy="578966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72135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BC9C9F-A6DC-8470-E70E-60036F5E3D3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id="{165D0415-19AA-465D-C74C-D001E5F0D8D0}"/>
              </a:ext>
            </a:extLst>
          </p:cNvPr>
          <p:cNvSpPr>
            <a:spLocks noGrp="1"/>
          </p:cNvSpPr>
          <p:nvPr>
            <p:ph type="body" sz="quarter" idx="33"/>
          </p:nvPr>
        </p:nvSpPr>
        <p:spPr>
          <a:xfrm>
            <a:off x="331536" y="2192226"/>
            <a:ext cx="8529113" cy="512004"/>
          </a:xfrm>
        </p:spPr>
        <p:txBody>
          <a:bodyPr lIns="0" tIns="45720" rIns="91440" bIns="45720" anchor="t"/>
          <a:lstStyle/>
          <a:p>
            <a:r>
              <a:rPr lang="en-US" sz="2800">
                <a:latin typeface="DM Sans ExtraLight"/>
                <a:hlinkClick r:id="rId2"/>
              </a:rPr>
              <a:t>Miro Wireframe mockups</a:t>
            </a:r>
            <a:endParaRPr lang="en-US" sz="2800">
              <a:latin typeface="DM Sans ExtraLight"/>
            </a:endParaRPr>
          </a:p>
        </p:txBody>
      </p:sp>
      <p:sp>
        <p:nvSpPr>
          <p:cNvPr id="3" name="Text Placeholder 2">
            <a:extLst>
              <a:ext uri="{FF2B5EF4-FFF2-40B4-BE49-F238E27FC236}">
                <a16:creationId xmlns:a16="http://schemas.microsoft.com/office/drawing/2014/main" id="{99599233-26BD-D1DB-766A-30491A35CB34}"/>
              </a:ext>
            </a:extLst>
          </p:cNvPr>
          <p:cNvSpPr>
            <a:spLocks noGrp="1"/>
          </p:cNvSpPr>
          <p:nvPr>
            <p:ph type="body" sz="quarter" idx="44"/>
          </p:nvPr>
        </p:nvSpPr>
        <p:spPr/>
        <p:txBody>
          <a:bodyPr lIns="0" tIns="45720" rIns="91440" bIns="45720" anchor="t"/>
          <a:lstStyle/>
          <a:p>
            <a:r>
              <a:rPr lang="en-US">
                <a:latin typeface="DM Sans"/>
              </a:rPr>
              <a:t>What will our solution look like?</a:t>
            </a:r>
          </a:p>
        </p:txBody>
      </p:sp>
    </p:spTree>
    <p:extLst>
      <p:ext uri="{BB962C8B-B14F-4D97-AF65-F5344CB8AC3E}">
        <p14:creationId xmlns:p14="http://schemas.microsoft.com/office/powerpoint/2010/main" val="28318597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CC93A9-BCCC-58DC-66EB-D1F3D7CD60BC}"/>
              </a:ext>
            </a:extLst>
          </p:cNvPr>
          <p:cNvSpPr>
            <a:spLocks noGrp="1"/>
          </p:cNvSpPr>
          <p:nvPr>
            <p:ph type="body" sz="quarter" idx="44"/>
          </p:nvPr>
        </p:nvSpPr>
        <p:spPr/>
        <p:txBody>
          <a:bodyPr lIns="0" tIns="45720" rIns="91440" bIns="45720" anchor="t"/>
          <a:lstStyle/>
          <a:p>
            <a:r>
              <a:rPr lang="en-US">
                <a:latin typeface="DM Sans"/>
              </a:rPr>
              <a:t>Future </a:t>
            </a:r>
            <a:r>
              <a:rPr lang="en-US" err="1">
                <a:latin typeface="DM Sans"/>
              </a:rPr>
              <a:t>Recomm</a:t>
            </a:r>
            <a:r>
              <a:rPr lang="en-US">
                <a:latin typeface="DM Sans"/>
              </a:rPr>
              <a:t>endations</a:t>
            </a:r>
            <a:endParaRPr lang="en-US"/>
          </a:p>
        </p:txBody>
      </p:sp>
      <p:graphicFrame>
        <p:nvGraphicFramePr>
          <p:cNvPr id="12" name="Diagram 11">
            <a:extLst>
              <a:ext uri="{FF2B5EF4-FFF2-40B4-BE49-F238E27FC236}">
                <a16:creationId xmlns:a16="http://schemas.microsoft.com/office/drawing/2014/main" id="{8241D1E8-A7FC-9CF0-E76B-EA636CF1F2AB}"/>
              </a:ext>
            </a:extLst>
          </p:cNvPr>
          <p:cNvGraphicFramePr/>
          <p:nvPr>
            <p:extLst>
              <p:ext uri="{D42A27DB-BD31-4B8C-83A1-F6EECF244321}">
                <p14:modId xmlns:p14="http://schemas.microsoft.com/office/powerpoint/2010/main" val="280884451"/>
              </p:ext>
            </p:extLst>
          </p:nvPr>
        </p:nvGraphicFramePr>
        <p:xfrm>
          <a:off x="639547" y="1621190"/>
          <a:ext cx="7606005" cy="41250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50122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25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7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2" grpId="0">
        <p:bldAsOne/>
      </p:bldGraphic>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A614DF1B-B2EA-E44C-EA28-C22BEA4D071C}"/>
              </a:ext>
            </a:extLst>
          </p:cNvPr>
          <p:cNvSpPr>
            <a:spLocks noGrp="1"/>
          </p:cNvSpPr>
          <p:nvPr>
            <p:ph type="body" sz="quarter" idx="12"/>
          </p:nvPr>
        </p:nvSpPr>
        <p:spPr/>
        <p:txBody>
          <a:bodyPr lIns="0" tIns="45720" rIns="91440" bIns="45720" anchor="t"/>
          <a:lstStyle/>
          <a:p>
            <a:r>
              <a:rPr lang="en-US">
                <a:latin typeface="DM Sans ExtraLight"/>
              </a:rPr>
              <a:t>Any Questions ? </a:t>
            </a:r>
            <a:endParaRPr lang="en-US"/>
          </a:p>
        </p:txBody>
      </p:sp>
      <p:sp>
        <p:nvSpPr>
          <p:cNvPr id="3" name="Title 2">
            <a:extLst>
              <a:ext uri="{FF2B5EF4-FFF2-40B4-BE49-F238E27FC236}">
                <a16:creationId xmlns:a16="http://schemas.microsoft.com/office/drawing/2014/main" id="{20B2D2A7-1A5C-C7D3-3C5B-8B583D4B5923}"/>
              </a:ext>
            </a:extLst>
          </p:cNvPr>
          <p:cNvSpPr>
            <a:spLocks noGrp="1"/>
          </p:cNvSpPr>
          <p:nvPr>
            <p:ph type="ctrTitle"/>
          </p:nvPr>
        </p:nvSpPr>
        <p:spPr/>
        <p:txBody>
          <a:bodyPr lIns="0" tIns="45720" rIns="91440" bIns="45720" anchor="t" anchorCtr="0">
            <a:noAutofit/>
          </a:bodyPr>
          <a:lstStyle/>
          <a:p>
            <a:r>
              <a:rPr lang="en-US">
                <a:latin typeface="DM Sans 14pt"/>
              </a:rPr>
              <a:t>Thank you!</a:t>
            </a:r>
            <a:endParaRPr lang="en-US"/>
          </a:p>
        </p:txBody>
      </p:sp>
    </p:spTree>
    <p:extLst>
      <p:ext uri="{BB962C8B-B14F-4D97-AF65-F5344CB8AC3E}">
        <p14:creationId xmlns:p14="http://schemas.microsoft.com/office/powerpoint/2010/main" val="1848832131"/>
      </p:ext>
    </p:extLst>
  </p:cSld>
  <p:clrMapOvr>
    <a:masterClrMapping/>
  </p:clrMapOvr>
</p:sld>
</file>

<file path=ppt/theme/theme1.xml><?xml version="1.0" encoding="utf-8"?>
<a:theme xmlns:a="http://schemas.openxmlformats.org/drawingml/2006/main" name="1_Custom Design">
  <a:themeElements>
    <a:clrScheme name="Entelect">
      <a:dk1>
        <a:srgbClr val="000000"/>
      </a:dk1>
      <a:lt1>
        <a:srgbClr val="FFFFFF"/>
      </a:lt1>
      <a:dk2>
        <a:srgbClr val="13192C"/>
      </a:dk2>
      <a:lt2>
        <a:srgbClr val="ECEDEC"/>
      </a:lt2>
      <a:accent1>
        <a:srgbClr val="062851"/>
      </a:accent1>
      <a:accent2>
        <a:srgbClr val="3BA085"/>
      </a:accent2>
      <a:accent3>
        <a:srgbClr val="ADC656"/>
      </a:accent3>
      <a:accent4>
        <a:srgbClr val="02909C"/>
      </a:accent4>
      <a:accent5>
        <a:srgbClr val="268B41"/>
      </a:accent5>
      <a:accent6>
        <a:srgbClr val="2283C1"/>
      </a:accent6>
      <a:hlink>
        <a:srgbClr val="1F8F9B"/>
      </a:hlink>
      <a:folHlink>
        <a:srgbClr val="02596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2_Custom Design">
  <a:themeElements>
    <a:clrScheme name="Entelect">
      <a:dk1>
        <a:srgbClr val="000000"/>
      </a:dk1>
      <a:lt1>
        <a:srgbClr val="FFFFFF"/>
      </a:lt1>
      <a:dk2>
        <a:srgbClr val="13192C"/>
      </a:dk2>
      <a:lt2>
        <a:srgbClr val="ECEDEC"/>
      </a:lt2>
      <a:accent1>
        <a:srgbClr val="062851"/>
      </a:accent1>
      <a:accent2>
        <a:srgbClr val="3BA085"/>
      </a:accent2>
      <a:accent3>
        <a:srgbClr val="ADC656"/>
      </a:accent3>
      <a:accent4>
        <a:srgbClr val="02909C"/>
      </a:accent4>
      <a:accent5>
        <a:srgbClr val="268B41"/>
      </a:accent5>
      <a:accent6>
        <a:srgbClr val="2283C1"/>
      </a:accent6>
      <a:hlink>
        <a:srgbClr val="1F8F9B"/>
      </a:hlink>
      <a:folHlink>
        <a:srgbClr val="02596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3_Custom Design">
  <a:themeElements>
    <a:clrScheme name="Entelect">
      <a:dk1>
        <a:srgbClr val="000000"/>
      </a:dk1>
      <a:lt1>
        <a:srgbClr val="FFFFFF"/>
      </a:lt1>
      <a:dk2>
        <a:srgbClr val="13192C"/>
      </a:dk2>
      <a:lt2>
        <a:srgbClr val="ECEDEC"/>
      </a:lt2>
      <a:accent1>
        <a:srgbClr val="062851"/>
      </a:accent1>
      <a:accent2>
        <a:srgbClr val="3BA085"/>
      </a:accent2>
      <a:accent3>
        <a:srgbClr val="ADC656"/>
      </a:accent3>
      <a:accent4>
        <a:srgbClr val="02909C"/>
      </a:accent4>
      <a:accent5>
        <a:srgbClr val="268B41"/>
      </a:accent5>
      <a:accent6>
        <a:srgbClr val="2283C1"/>
      </a:accent6>
      <a:hlink>
        <a:srgbClr val="1F8F9B"/>
      </a:hlink>
      <a:folHlink>
        <a:srgbClr val="025963"/>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BDEA0DD10C16964D8BE803F9950BA399" ma:contentTypeVersion="4" ma:contentTypeDescription="Create a new document." ma:contentTypeScope="" ma:versionID="4ea824f80109d2743adffcd2da571564">
  <xsd:schema xmlns:xsd="http://www.w3.org/2001/XMLSchema" xmlns:xs="http://www.w3.org/2001/XMLSchema" xmlns:p="http://schemas.microsoft.com/office/2006/metadata/properties" xmlns:ns3="94c4df2f-a15c-4e5d-b12d-6bfd0573193f" targetNamespace="http://schemas.microsoft.com/office/2006/metadata/properties" ma:root="true" ma:fieldsID="5e0d299fe66b0fbffd353319a5de64b2" ns3:_="">
    <xsd:import namespace="94c4df2f-a15c-4e5d-b12d-6bfd0573193f"/>
    <xsd:element name="properties">
      <xsd:complexType>
        <xsd:sequence>
          <xsd:element name="documentManagement">
            <xsd:complexType>
              <xsd:all>
                <xsd:element ref="ns3:MediaServiceDateTaken"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4c4df2f-a15c-4e5d-b12d-6bfd0573193f" elementFormDefault="qualified">
    <xsd:import namespace="http://schemas.microsoft.com/office/2006/documentManagement/types"/>
    <xsd:import namespace="http://schemas.microsoft.com/office/infopath/2007/PartnerControls"/>
    <xsd:element name="MediaServiceDateTaken" ma:index="8" nillable="true" ma:displayName="MediaServiceDateTaken" ma:hidden="true" ma:indexed="true" ma:internalName="MediaServiceDateTaken" ma:readOnly="true">
      <xsd:simpleType>
        <xsd:restriction base="dms:Text"/>
      </xsd:simpleType>
    </xsd:element>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6D95380-2531-43B7-A7A4-E5A76682F068}">
  <ds:schemaRefs>
    <ds:schemaRef ds:uri="http://schemas.microsoft.com/sharepoint/v3/contenttype/forms"/>
  </ds:schemaRefs>
</ds:datastoreItem>
</file>

<file path=customXml/itemProps2.xml><?xml version="1.0" encoding="utf-8"?>
<ds:datastoreItem xmlns:ds="http://schemas.openxmlformats.org/officeDocument/2006/customXml" ds:itemID="{5907D4C4-8372-494F-9B24-62BCBB832641}">
  <ds:schemaRefs>
    <ds:schemaRef ds:uri="94c4df2f-a15c-4e5d-b12d-6bfd0573193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8CB61AD0-7C99-4D2D-97BD-C19D6A1CD696}">
  <ds:schemaRefs>
    <ds:schemaRef ds:uri="94c4df2f-a15c-4e5d-b12d-6bfd0573193f"/>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14</Slides>
  <Notes>3</Notes>
  <HiddenSlides>0</HiddenSlides>
  <ScaleCrop>false</ScaleCrop>
  <HeadingPairs>
    <vt:vector size="4" baseType="variant">
      <vt:variant>
        <vt:lpstr>Theme</vt:lpstr>
      </vt:variant>
      <vt:variant>
        <vt:i4>3</vt:i4>
      </vt:variant>
      <vt:variant>
        <vt:lpstr>Slide Titles</vt:lpstr>
      </vt:variant>
      <vt:variant>
        <vt:i4>14</vt:i4>
      </vt:variant>
    </vt:vector>
  </HeadingPairs>
  <TitlesOfParts>
    <vt:vector size="17" baseType="lpstr">
      <vt:lpstr>1_Custom Design</vt:lpstr>
      <vt:lpstr>2_Custom Design</vt:lpstr>
      <vt:lpstr>3_Custom Design</vt:lpstr>
      <vt:lpstr>Comic Stock Pitch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Chantal van der Merwe</dc:creator>
  <cp:revision>2</cp:revision>
  <dcterms:created xsi:type="dcterms:W3CDTF">2025-03-24T09:21:39Z</dcterms:created>
  <dcterms:modified xsi:type="dcterms:W3CDTF">2026-04-09T10:09:33Z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0x010100BDEA0DD10C16964D8BE803F9950BA399</vt:lpwstr>
  </property>
  <property fmtid="{D5CDD505-2E9C-101B-9397-08002B2CF9AE}" pid="3" name="MediaServiceImageTags">
    <vt:lpwstr/>
  </property>
</Properties>
</file>